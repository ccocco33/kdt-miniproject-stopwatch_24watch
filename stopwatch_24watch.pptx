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0" roundtripDataSignature="AMtx7mhjwd8vBJ6U0XT/I72qPzqkB/Ma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6EE83A4-4D7C-47F0-BE3B-7B4E7B42BC90}">
  <a:tblStyle styleId="{C6EE83A4-4D7C-47F0-BE3B-7B4E7B42BC90}" styleName="Table_0">
    <a:wholeTbl>
      <a:tcTxStyle b="off" i="off">
        <a:font>
          <a:latin typeface="Malgun Gothic"/>
          <a:ea typeface="Malgun Gothic"/>
          <a:cs typeface="Malgun Gothic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" name="Google Shape;6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h698aa550adcc4187_1_8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h698aa550adcc4187_1_8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h698aa550adcc4187_1_8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h698aa550adcc4187_1_8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h698aa550adcc4187_1_8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h698aa550adcc4187_1_8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h698aa550adcc4187_1_6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h698aa550adcc4187_1_6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발표: 박재균 (파트너 PPT 내용)</a:t>
            </a:r>
            <a:endParaRPr/>
          </a:p>
        </p:txBody>
      </p:sp>
      <p:sp>
        <p:nvSpPr>
          <p:cNvPr id="274" name="Google Shape;274;h698aa550adcc4187_1_6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발표: 박재균 (파트너 PPT 내용)</a:t>
            </a:r>
            <a:endParaRPr/>
          </a:p>
        </p:txBody>
      </p:sp>
      <p:sp>
        <p:nvSpPr>
          <p:cNvPr id="286" name="Google Shape;28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h698aa550adcc4187_1_7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h698aa550adcc4187_1_7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발표: 박재균 (파트너 PPT 내용)</a:t>
            </a:r>
            <a:endParaRPr/>
          </a:p>
        </p:txBody>
      </p:sp>
      <p:sp>
        <p:nvSpPr>
          <p:cNvPr id="300" name="Google Shape;300;h698aa550adcc4187_1_7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h11fd891a5912f5fd_0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h11fd891a5912f5fd_0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4" name="Google Shape;314;h11fd891a5912f5fd_0_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3" name="Google Shape;353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9" name="Google Shape;40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p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5" name="Google Shape;435;p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3" name="Google Shape;473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발표: 박재균 (파트너 PPT 내용)</a:t>
            </a:r>
            <a:endParaRPr/>
          </a:p>
        </p:txBody>
      </p:sp>
      <p:sp>
        <p:nvSpPr>
          <p:cNvPr id="512" name="Google Shape;512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h698aa550adcc4187_1_5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h698aa550adcc4187_1_585:notes"/>
          <p:cNvSpPr txBox="1"/>
          <p:nvPr>
            <p:ph idx="1" type="body"/>
          </p:nvPr>
        </p:nvSpPr>
        <p:spPr>
          <a:xfrm>
            <a:off x="685800" y="4400550"/>
            <a:ext cx="5486400" cy="36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발표: 박재균 (파트너 PPT 내용)</a:t>
            </a:r>
            <a:endParaRPr/>
          </a:p>
        </p:txBody>
      </p:sp>
      <p:sp>
        <p:nvSpPr>
          <p:cNvPr id="522" name="Google Shape;522;h698aa550adcc4187_1_5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h698aa550adcc4187_1_6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2" name="Google Shape;552;h698aa550adcc4187_1_606:notes"/>
          <p:cNvSpPr txBox="1"/>
          <p:nvPr>
            <p:ph idx="1" type="body"/>
          </p:nvPr>
        </p:nvSpPr>
        <p:spPr>
          <a:xfrm>
            <a:off x="685800" y="4400550"/>
            <a:ext cx="5486400" cy="36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발표: 박재균 (파트너 PPT 내용)</a:t>
            </a:r>
            <a:endParaRPr/>
          </a:p>
        </p:txBody>
      </p:sp>
      <p:sp>
        <p:nvSpPr>
          <p:cNvPr id="553" name="Google Shape;553;h698aa550adcc4187_1_6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h698aa550adcc4187_1_3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h698aa550adcc4187_1_3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0" name="Google Shape;580;h698aa550adcc4187_1_3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h698aa550adcc4187_1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6" name="Google Shape;596;h698aa550adcc4187_1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7" name="Google Shape;597;h698aa550adcc4187_1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h698aa550adcc4187_3_2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1" name="Google Shape;681;h698aa550adcc4187_3_2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2" name="Google Shape;682;h698aa550adcc4187_3_2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h698aa550adcc4187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7" name="Google Shape;697;h698aa550adcc4187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8" name="Google Shape;698;h698aa550adcc4187_0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h698aa550adcc4187_3_3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8" name="Google Shape;758;h698aa550adcc4187_3_3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9" name="Google Shape;759;h698aa550adcc4187_3_3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h698aa550adcc4187_3_4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8" name="Google Shape;808;h698aa550adcc4187_3_4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9" name="Google Shape;809;h698aa550adcc4187_3_4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h698aa550adcc4187_3_5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4" name="Google Shape;874;h698aa550adcc4187_3_5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5" name="Google Shape;875;h698aa550adcc4187_3_5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h6b926939289e7a42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9" name="Google Shape;899;h6b926939289e7a42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0" name="Google Shape;900;h6b926939289e7a42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h56107fcd60ec876a_0_2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1" name="Google Shape;911;h56107fcd60ec876a_0_2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2" name="Google Shape;912;h56107fcd60ec876a_0_2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3" name="Google Shape;933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4" name="Google Shape;934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h698aa550adcc4187_3_8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8" name="Google Shape;958;h698aa550adcc4187_3_8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9" name="Google Shape;959;h698aa550adcc4187_3_80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7" name="Google Shape;987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8" name="Google Shape;988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2" name="Google Shape;1012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3" name="Google Shape;1013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h7a45c7a5d24c849d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6" name="Google Shape;1036;h7a45c7a5d24c849d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7" name="Google Shape;1037;h7a45c7a5d24c849d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9" name="Google Shape;1069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0" name="Google Shape;1070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bg>
      <p:bgPr>
        <a:solidFill>
          <a:srgbClr val="E3EBFF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8"/>
          <p:cNvSpPr txBox="1"/>
          <p:nvPr>
            <p:ph type="title"/>
          </p:nvPr>
        </p:nvSpPr>
        <p:spPr>
          <a:xfrm>
            <a:off x="4626620" y="861020"/>
            <a:ext cx="293871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Malgun Gothic"/>
              <a:buNone/>
              <a:defRPr sz="3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8"/>
          <p:cNvSpPr txBox="1"/>
          <p:nvPr>
            <p:ph idx="1" type="body"/>
          </p:nvPr>
        </p:nvSpPr>
        <p:spPr>
          <a:xfrm>
            <a:off x="4626620" y="1623020"/>
            <a:ext cx="6752580" cy="4422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141413"/>
              </a:buClr>
              <a:buSzPts val="1600"/>
              <a:buNone/>
              <a:defRPr sz="1600">
                <a:solidFill>
                  <a:srgbClr val="141413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bg>
      <p:bgPr>
        <a:solidFill>
          <a:srgbClr val="E3EBFF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h698aa550adcc4187_1_681"/>
          <p:cNvSpPr txBox="1"/>
          <p:nvPr>
            <p:ph type="title"/>
          </p:nvPr>
        </p:nvSpPr>
        <p:spPr>
          <a:xfrm>
            <a:off x="4626620" y="861020"/>
            <a:ext cx="293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100"/>
              <a:buFont typeface="Malgun Gothic"/>
              <a:buNone/>
              <a:defRPr sz="31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h698aa550adcc4187_1_681"/>
          <p:cNvSpPr txBox="1"/>
          <p:nvPr>
            <p:ph idx="1" type="body"/>
          </p:nvPr>
        </p:nvSpPr>
        <p:spPr>
          <a:xfrm>
            <a:off x="4626620" y="1623020"/>
            <a:ext cx="6752700" cy="4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  <a:buClr>
                <a:srgbClr val="141413"/>
              </a:buClr>
              <a:buSzPts val="1600"/>
              <a:buNone/>
              <a:defRPr sz="1600">
                <a:solidFill>
                  <a:srgbClr val="141413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492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h698aa550adcc4187_1_640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25" name="Google Shape;25;h698aa550adcc4187_1_640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26" name="Google Shape;26;h698aa550adcc4187_1_64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h698aa550adcc4187_1_644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9" name="Google Shape;29;h698aa550adcc4187_1_64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h698aa550adcc4187_1_64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2" name="Google Shape;32;h698aa550adcc4187_1_647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33" name="Google Shape;33;h698aa550adcc4187_1_64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h698aa550adcc4187_1_65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6" name="Google Shape;36;h698aa550adcc4187_1_651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7" name="Google Shape;37;h698aa550adcc4187_1_651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8" name="Google Shape;38;h698aa550adcc4187_1_65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h698aa550adcc4187_1_65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1" name="Google Shape;41;h698aa550adcc4187_1_65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h698aa550adcc4187_1_659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44" name="Google Shape;44;h698aa550adcc4187_1_659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5" name="Google Shape;45;h698aa550adcc4187_1_65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h698aa550adcc4187_1_663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48" name="Google Shape;48;h698aa550adcc4187_1_66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h698aa550adcc4187_1_666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" name="Google Shape;51;h698aa550adcc4187_1_666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52" name="Google Shape;52;h698aa550adcc4187_1_666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3" name="Google Shape;53;h698aa550adcc4187_1_666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4" name="Google Shape;54;h698aa550adcc4187_1_66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h698aa550adcc4187_1_672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7" name="Google Shape;57;h698aa550adcc4187_1_67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h698aa550adcc4187_1_675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60" name="Google Shape;60;h698aa550adcc4187_1_675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61" name="Google Shape;61;h698aa550adcc4187_1_67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698aa550adcc4187_1_67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B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7"/>
          <p:cNvSpPr txBox="1"/>
          <p:nvPr>
            <p:ph type="title"/>
          </p:nvPr>
        </p:nvSpPr>
        <p:spPr>
          <a:xfrm>
            <a:off x="4626620" y="861020"/>
            <a:ext cx="293871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Malgun Gothic"/>
              <a:buNone/>
              <a:defRPr b="0" i="0" sz="30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  <a:defRPr b="0" i="0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1" name="Google Shape;11;p47"/>
          <p:cNvSpPr txBox="1"/>
          <p:nvPr>
            <p:ph idx="1" type="body"/>
          </p:nvPr>
        </p:nvSpPr>
        <p:spPr>
          <a:xfrm>
            <a:off x="4626620" y="1623020"/>
            <a:ext cx="6752580" cy="4422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141413"/>
              </a:buClr>
              <a:buSzPts val="1600"/>
              <a:buFont typeface="Malgun Gothic"/>
              <a:buNone/>
              <a:defRPr b="0" i="0" sz="1600" u="none" cap="none" strike="noStrike">
                <a:solidFill>
                  <a:srgbClr val="141413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lgun Gothic"/>
              <a:buChar char="–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Char char="–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Char char="»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h698aa550adcc4187_1_63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Malgun Gothic"/>
              <a:buNone/>
              <a:defRPr b="0" i="0" sz="37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Malgun Gothic"/>
              <a:buNone/>
              <a:defRPr b="0" i="0" sz="37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Malgun Gothic"/>
              <a:buNone/>
              <a:defRPr b="0" i="0" sz="37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Malgun Gothic"/>
              <a:buNone/>
              <a:defRPr b="0" i="0" sz="37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Malgun Gothic"/>
              <a:buNone/>
              <a:defRPr b="0" i="0" sz="37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Malgun Gothic"/>
              <a:buNone/>
              <a:defRPr b="0" i="0" sz="37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Malgun Gothic"/>
              <a:buNone/>
              <a:defRPr b="0" i="0" sz="37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Malgun Gothic"/>
              <a:buNone/>
              <a:defRPr b="0" i="0" sz="37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Malgun Gothic"/>
              <a:buNone/>
              <a:defRPr b="0" i="0" sz="37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8" name="Google Shape;18;h698aa550adcc4187_1_636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algun Gothic"/>
              <a:buChar char="●"/>
              <a:defRPr b="0" i="0" sz="2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Malgun Gothic"/>
              <a:buChar char="○"/>
              <a:defRPr b="0" i="0" sz="19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Malgun Gothic"/>
              <a:buChar char="■"/>
              <a:defRPr b="0" i="0" sz="19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Malgun Gothic"/>
              <a:buChar char="●"/>
              <a:defRPr b="0" i="0" sz="19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Malgun Gothic"/>
              <a:buChar char="○"/>
              <a:defRPr b="0" i="0" sz="19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Malgun Gothic"/>
              <a:buChar char="■"/>
              <a:defRPr b="0" i="0" sz="19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Malgun Gothic"/>
              <a:buChar char="●"/>
              <a:defRPr b="0" i="0" sz="19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Malgun Gothic"/>
              <a:buChar char="○"/>
              <a:defRPr b="0" i="0" sz="19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Malgun Gothic"/>
              <a:buChar char="■"/>
              <a:defRPr b="0" i="0" sz="19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9" name="Google Shape;19;h698aa550adcc4187_1_63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algun Gothic"/>
              <a:buNone/>
              <a:defRPr b="0" i="0" sz="13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7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Relationship Id="rId4" Type="http://schemas.openxmlformats.org/officeDocument/2006/relationships/image" Target="../media/image26.png"/><Relationship Id="rId5" Type="http://schemas.openxmlformats.org/officeDocument/2006/relationships/image" Target="../media/image2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image" Target="../media/image2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1.png"/><Relationship Id="rId4" Type="http://schemas.openxmlformats.org/officeDocument/2006/relationships/image" Target="../media/image3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3.png"/><Relationship Id="rId4" Type="http://schemas.openxmlformats.org/officeDocument/2006/relationships/image" Target="../media/image32.png"/><Relationship Id="rId5" Type="http://schemas.openxmlformats.org/officeDocument/2006/relationships/image" Target="../media/image3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9.gif"/><Relationship Id="rId4" Type="http://schemas.openxmlformats.org/officeDocument/2006/relationships/image" Target="../media/image38.gif"/><Relationship Id="rId5" Type="http://schemas.openxmlformats.org/officeDocument/2006/relationships/image" Target="../media/image36.gif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B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3EBFF"/>
              </a:gs>
              <a:gs pos="100000">
                <a:srgbClr val="F6F9FF"/>
              </a:gs>
            </a:gsLst>
            <a:lin ang="4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0" name="Google Shape;70;p1"/>
          <p:cNvSpPr/>
          <p:nvPr/>
        </p:nvSpPr>
        <p:spPr>
          <a:xfrm>
            <a:off x="609600" y="609600"/>
            <a:ext cx="10972800" cy="4950520"/>
          </a:xfrm>
          <a:prstGeom prst="roundRect">
            <a:avLst>
              <a:gd fmla="val 3078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" name="Google Shape;71;p1"/>
          <p:cNvSpPr txBox="1"/>
          <p:nvPr>
            <p:ph type="title"/>
          </p:nvPr>
        </p:nvSpPr>
        <p:spPr>
          <a:xfrm>
            <a:off x="1219200" y="2559050"/>
            <a:ext cx="6069584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5000"/>
              <a:buFont typeface="Malgun Gothic"/>
              <a:buNone/>
            </a:pPr>
            <a:r>
              <a:rPr b="1" i="0" lang="en-US" sz="5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워치 · 스탑워치</a:t>
            </a:r>
            <a:endParaRPr sz="5000"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5000"/>
              <a:buFont typeface="Malgun Gothic"/>
              <a:buNone/>
            </a:pPr>
            <a:r>
              <a:rPr b="1" i="0" lang="en-US" sz="5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통합 설계</a:t>
            </a:r>
            <a:endParaRPr sz="5000"/>
          </a:p>
        </p:txBody>
      </p:sp>
      <p:sp>
        <p:nvSpPr>
          <p:cNvPr id="72" name="Google Shape;72;p1"/>
          <p:cNvSpPr/>
          <p:nvPr/>
        </p:nvSpPr>
        <p:spPr>
          <a:xfrm>
            <a:off x="1219200" y="4197350"/>
            <a:ext cx="6069584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B0B0B0"/>
                </a:solidFill>
                <a:latin typeface="Malgun Gothic"/>
                <a:ea typeface="Malgun Gothic"/>
                <a:cs typeface="Malgun Gothic"/>
                <a:sym typeface="Malgun Gothic"/>
              </a:rPr>
              <a:t>Basys3 기반 디지털 시계 및 랩타임 스탑워치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겹쳐진 파란 판 세 장" id="73" name="Google Shape;7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16800" y="1624310"/>
            <a:ext cx="3556000" cy="2921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"/>
          <p:cNvSpPr/>
          <p:nvPr/>
        </p:nvSpPr>
        <p:spPr>
          <a:xfrm>
            <a:off x="609600" y="5712520"/>
            <a:ext cx="10972800" cy="535880"/>
          </a:xfrm>
          <a:prstGeom prst="roundRect">
            <a:avLst>
              <a:gd fmla="val 18959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5400000" dist="50800">
              <a:srgbClr val="3A70F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" name="Google Shape;75;p1"/>
          <p:cNvSpPr/>
          <p:nvPr/>
        </p:nvSpPr>
        <p:spPr>
          <a:xfrm>
            <a:off x="3712270" y="5864920"/>
            <a:ext cx="72521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300"/>
              <a:buFont typeface="Malgun Gothic"/>
              <a:buNone/>
            </a:pPr>
            <a:r>
              <a:t/>
            </a:r>
            <a:endParaRPr b="0" i="0" sz="1203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" name="Google Shape;76;p1"/>
          <p:cNvSpPr/>
          <p:nvPr/>
        </p:nvSpPr>
        <p:spPr>
          <a:xfrm>
            <a:off x="4926211" y="5864920"/>
            <a:ext cx="1735138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3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팀원</a:t>
            </a:r>
            <a:r>
              <a:rPr b="0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 박재균 · 조수영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" name="Google Shape;77;p1"/>
          <p:cNvSpPr/>
          <p:nvPr/>
        </p:nvSpPr>
        <p:spPr>
          <a:xfrm>
            <a:off x="6954540" y="5864920"/>
            <a:ext cx="183011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3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발표일</a:t>
            </a:r>
            <a:r>
              <a:rPr b="0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0" i="0" lang="en-US" sz="1400" u="none" cap="none" strike="noStrike">
                <a:solidFill>
                  <a:srgbClr val="E8590C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2026.10.18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BFF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3EBFF"/>
              </a:gs>
              <a:gs pos="100000">
                <a:srgbClr val="F6F9FF"/>
              </a:gs>
            </a:gsLst>
            <a:lin ang="4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" name="Google Shape;84;p2"/>
          <p:cNvSpPr txBox="1"/>
          <p:nvPr>
            <p:ph type="title"/>
          </p:nvPr>
        </p:nvSpPr>
        <p:spPr>
          <a:xfrm>
            <a:off x="812800" y="1016000"/>
            <a:ext cx="3401060" cy="7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4800"/>
              <a:buFont typeface="Malgun Gothic"/>
              <a:buNone/>
            </a:pPr>
            <a:r>
              <a:rPr b="1" i="0" lang="en-US" sz="48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sz="4800"/>
          </a:p>
        </p:txBody>
      </p:sp>
      <p:sp>
        <p:nvSpPr>
          <p:cNvPr id="85" name="Google Shape;85;p2"/>
          <p:cNvSpPr/>
          <p:nvPr/>
        </p:nvSpPr>
        <p:spPr>
          <a:xfrm>
            <a:off x="4506450" y="1757850"/>
            <a:ext cx="7344300" cy="35037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  <a:effectLst>
            <a:outerShdw blurRad="280320" rotWithShape="0" algn="bl" dir="5400000" dist="84096">
              <a:srgbClr val="3A70FC">
                <a:alpha val="10196"/>
              </a:srgbClr>
            </a:outerShdw>
          </a:effectLst>
        </p:spPr>
        <p:txBody>
          <a:bodyPr anchorCtr="0" anchor="ctr" bIns="100900" lIns="100900" spcFirstLastPara="1" rIns="100900" wrap="square" tIns="100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6"/>
              <a:buFont typeface="Malgun Gothic"/>
              <a:buNone/>
            </a:pPr>
            <a:r>
              <a:t/>
            </a:r>
            <a:endParaRPr b="0" i="0" sz="1766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5101826" y="2352246"/>
            <a:ext cx="365125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545"/>
              <a:buFont typeface="Malgun Gothic"/>
              <a:buNone/>
            </a:pPr>
            <a:r>
              <a:rPr b="1" i="0" lang="en-US" sz="1766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b="0" i="0" sz="1766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5501610" y="2331222"/>
            <a:ext cx="22800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17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655"/>
              <a:buFont typeface="Malgun Gothic"/>
              <a:buNone/>
            </a:pPr>
            <a:r>
              <a:rPr b="1" i="0" lang="en-US" sz="1876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개요</a:t>
            </a:r>
            <a:endParaRPr b="0" i="0" sz="1876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8325502" y="2352246"/>
            <a:ext cx="365125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545"/>
              <a:buFont typeface="Malgun Gothic"/>
              <a:buNone/>
            </a:pPr>
            <a:r>
              <a:rPr b="1" i="0" lang="en-US" sz="1766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 b="0" i="0" sz="1766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9" name="Google Shape;89;p2"/>
          <p:cNvSpPr/>
          <p:nvPr/>
        </p:nvSpPr>
        <p:spPr>
          <a:xfrm>
            <a:off x="8725286" y="2875003"/>
            <a:ext cx="19152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17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655"/>
              <a:buFont typeface="Malgun Gothic"/>
              <a:buNone/>
            </a:pPr>
            <a:r>
              <a:rPr b="1" i="0" lang="en-US" sz="1876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시뮬레이션 결과</a:t>
            </a:r>
            <a:endParaRPr b="0" i="0" sz="1876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5101826" y="2896023"/>
            <a:ext cx="365125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545"/>
              <a:buFont typeface="Malgun Gothic"/>
              <a:buNone/>
            </a:pPr>
            <a:r>
              <a:rPr b="1" i="0" lang="en-US" sz="1766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b="0" i="0" sz="1766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5501595" y="2875000"/>
            <a:ext cx="26118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17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655"/>
              <a:buFont typeface="Malgun Gothic"/>
              <a:buNone/>
            </a:pPr>
            <a:r>
              <a:rPr b="1" lang="en-US" sz="187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핵심결과 및 역할분담</a:t>
            </a:r>
            <a:endParaRPr b="1" i="0" sz="1876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8325502" y="2896023"/>
            <a:ext cx="365125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545"/>
              <a:buFont typeface="Malgun Gothic"/>
              <a:buNone/>
            </a:pPr>
            <a:r>
              <a:rPr b="1" i="0" lang="en-US" sz="1766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06</a:t>
            </a:r>
            <a:endParaRPr b="0" i="0" sz="1766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8725286" y="3418780"/>
            <a:ext cx="25302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17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655"/>
              <a:buFont typeface="Malgun Gothic"/>
              <a:buNone/>
            </a:pPr>
            <a:r>
              <a:rPr b="1" i="0" lang="en-US" sz="1876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구현 · 동작 검증</a:t>
            </a:r>
            <a:endParaRPr b="0" i="0" sz="1876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101826" y="3439798"/>
            <a:ext cx="365125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545"/>
              <a:buFont typeface="Malgun Gothic"/>
              <a:buNone/>
            </a:pPr>
            <a:r>
              <a:rPr b="1" i="0" lang="en-US" sz="1766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b="0" i="0" sz="1766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5501610" y="3418774"/>
            <a:ext cx="14436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17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655"/>
              <a:buFont typeface="Malgun Gothic"/>
              <a:buNone/>
            </a:pPr>
            <a:r>
              <a:rPr b="1" i="0" lang="en-US" sz="1876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구조</a:t>
            </a:r>
            <a:endParaRPr b="0" i="0" sz="1876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8325502" y="3439798"/>
            <a:ext cx="365125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545"/>
              <a:buFont typeface="Malgun Gothic"/>
              <a:buNone/>
            </a:pPr>
            <a:r>
              <a:rPr b="1" i="0" lang="en-US" sz="1766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07</a:t>
            </a:r>
            <a:endParaRPr b="0" i="0" sz="1766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5501624" y="4365763"/>
            <a:ext cx="18756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17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655"/>
              <a:buFont typeface="Malgun Gothic"/>
              <a:buNone/>
            </a:pPr>
            <a:r>
              <a:rPr b="1" i="0" lang="en-US" sz="1876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- 트러블슈팅</a:t>
            </a:r>
            <a:endParaRPr b="0" i="0" sz="1876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5101826" y="3983574"/>
            <a:ext cx="365125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545"/>
              <a:buFont typeface="Malgun Gothic"/>
              <a:buNone/>
            </a:pPr>
            <a:r>
              <a:rPr b="1" i="0" lang="en-US" sz="1766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b="0" i="0" sz="1766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5501610" y="3962550"/>
            <a:ext cx="14283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17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655"/>
              <a:buFont typeface="Malgun Gothic"/>
              <a:buNone/>
            </a:pPr>
            <a:r>
              <a:rPr b="1" i="0" lang="en-US" sz="1876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설계 상세</a:t>
            </a:r>
            <a:endParaRPr b="0" i="0" sz="1876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8325502" y="3983574"/>
            <a:ext cx="365125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545"/>
              <a:buFont typeface="Malgun Gothic"/>
              <a:buNone/>
            </a:pPr>
            <a:r>
              <a:rPr b="1" i="0" lang="en-US" sz="1766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08</a:t>
            </a:r>
            <a:endParaRPr b="0" i="0" sz="1766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8725286" y="3962550"/>
            <a:ext cx="1468438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17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655"/>
              <a:buFont typeface="Malgun Gothic"/>
              <a:buNone/>
            </a:pPr>
            <a:r>
              <a:rPr b="1" i="0" lang="en-US" sz="1876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결론 및 고찰</a:t>
            </a:r>
            <a:endParaRPr b="0" i="0" sz="1876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8725300" y="2331229"/>
            <a:ext cx="23368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17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655"/>
              <a:buFont typeface="Malgun Gothic"/>
              <a:buNone/>
            </a:pPr>
            <a:r>
              <a:rPr b="1" i="0" lang="en-US" sz="1876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시뮬레이션 시나리오</a:t>
            </a:r>
            <a:endParaRPr b="0" i="0" sz="1876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10058400" y="6339880"/>
            <a:ext cx="1320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B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698aa550adcc4187_1_84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3EBFF"/>
              </a:gs>
              <a:gs pos="100000">
                <a:srgbClr val="F6F9FF"/>
              </a:gs>
            </a:gsLst>
            <a:lin ang="419989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0" name="Google Shape;110;h698aa550adcc4187_1_846"/>
          <p:cNvSpPr txBox="1"/>
          <p:nvPr>
            <p:ph type="title"/>
          </p:nvPr>
        </p:nvSpPr>
        <p:spPr>
          <a:xfrm>
            <a:off x="4099332" y="756845"/>
            <a:ext cx="39933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Malgun Gothic"/>
              <a:buNone/>
            </a:pPr>
            <a:r>
              <a:rPr b="1" i="0" lang="en-US" sz="3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개요</a:t>
            </a:r>
            <a:endParaRPr sz="3000"/>
          </a:p>
        </p:txBody>
      </p:sp>
      <p:sp>
        <p:nvSpPr>
          <p:cNvPr id="111" name="Google Shape;111;h698aa550adcc4187_1_846"/>
          <p:cNvSpPr/>
          <p:nvPr/>
        </p:nvSpPr>
        <p:spPr>
          <a:xfrm>
            <a:off x="812800" y="1496020"/>
            <a:ext cx="10566300" cy="4599900"/>
          </a:xfrm>
          <a:prstGeom prst="roundRect">
            <a:avLst>
              <a:gd fmla="val 2761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" name="Google Shape;112;h698aa550adcc4187_1_846"/>
          <p:cNvSpPr/>
          <p:nvPr/>
        </p:nvSpPr>
        <p:spPr>
          <a:xfrm>
            <a:off x="1301000" y="1900886"/>
            <a:ext cx="6409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400"/>
              <a:buFont typeface="Malgun Gothic"/>
              <a:buNone/>
            </a:pPr>
            <a:r>
              <a:rPr b="1" i="0" lang="en-US" sz="19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설계 목적</a:t>
            </a:r>
            <a:endParaRPr b="0" i="0" sz="1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3" name="Google Shape;113;h698aa550adcc4187_1_846"/>
          <p:cNvSpPr/>
          <p:nvPr/>
        </p:nvSpPr>
        <p:spPr>
          <a:xfrm>
            <a:off x="1112800" y="2301795"/>
            <a:ext cx="508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67894" lvl="0" marL="167894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600"/>
              <a:buFont typeface="Malgun Gothic"/>
              <a:buChar char="•"/>
            </a:pPr>
            <a:r>
              <a:rPr b="0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독립적으로 작동하는 stopwatch/watch 설계</a:t>
            </a:r>
            <a:endParaRPr b="0" i="0" sz="1400" u="none" cap="none" strike="noStrike">
              <a:solidFill>
                <a:srgbClr val="282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67894" lvl="0" marL="167894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600"/>
              <a:buFont typeface="Malgun Gothic"/>
              <a:buChar char="•"/>
            </a:pPr>
            <a:r>
              <a:rPr b="0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필요한 기능의 흐름도를 정의 , 모듈별 담당 기능으로 세분화 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67894" lvl="0" marL="167894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600"/>
              <a:buFont typeface="Malgun Gothic"/>
              <a:buChar char="•"/>
            </a:pPr>
            <a:r>
              <a:rPr b="0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각자 설계 · 검증한 모듈을 하나로 통합하는 과정을 학습 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4" name="Google Shape;114;h698aa550adcc4187_1_846"/>
          <p:cNvSpPr/>
          <p:nvPr/>
        </p:nvSpPr>
        <p:spPr>
          <a:xfrm>
            <a:off x="6697250" y="1900874"/>
            <a:ext cx="6409800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4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모듈화 이유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" name="Google Shape;115;h698aa550adcc4187_1_846"/>
          <p:cNvSpPr/>
          <p:nvPr/>
        </p:nvSpPr>
        <p:spPr>
          <a:xfrm>
            <a:off x="6509050" y="2301783"/>
            <a:ext cx="4762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655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700"/>
              <a:buFont typeface="Malgun Gothic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복잡도 분리</a:t>
            </a: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· 기능별 분할 → 오류 위치 파악 용이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3655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700"/>
              <a:buFont typeface="Malgun Gothic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병렬 설계</a:t>
            </a: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· 신호 선정의 → 동시 설계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3655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700"/>
              <a:buFont typeface="Malgun Gothic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재사용</a:t>
            </a: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· 카운터 반복 배치 → 코드량 감소</a:t>
            </a:r>
            <a:endParaRPr b="0" i="0" sz="1400" u="none" cap="none" strike="noStrike">
              <a:solidFill>
                <a:srgbClr val="282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16" name="Google Shape;116;h698aa550adcc4187_1_846"/>
          <p:cNvGraphicFramePr/>
          <p:nvPr/>
        </p:nvGraphicFramePr>
        <p:xfrm>
          <a:off x="2304825" y="3672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{C6EE83A4-4D7C-47F0-BE3B-7B4E7B42BC90}</a:tableStyleId>
              </a:tblPr>
              <a:tblGrid>
                <a:gridCol w="1434150"/>
                <a:gridCol w="3011775"/>
                <a:gridCol w="2724925"/>
              </a:tblGrid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구분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1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주요 기능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1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구현 기준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1FF"/>
                    </a:solidFill>
                  </a:tcPr>
                </a:tc>
              </a:tr>
              <a:tr h="477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Watch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일반 계수, 자리 선택, 값 수정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선택한 자리만 변경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8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Stopwatch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실행 · 정지, 초기화, 업다운, 랩 저장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랩 표시 중에도 내부 계수 유지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8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공통 표시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모드와 시간 단위 선택, 4자리 FND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SW 선택과 표시 데이터 일치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B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3EBFF"/>
              </a:gs>
              <a:gs pos="100000">
                <a:srgbClr val="F6F9FF"/>
              </a:gs>
            </a:gsLst>
            <a:lin ang="4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3" name="Google Shape;123;p4"/>
          <p:cNvSpPr txBox="1"/>
          <p:nvPr>
            <p:ph type="title"/>
          </p:nvPr>
        </p:nvSpPr>
        <p:spPr>
          <a:xfrm>
            <a:off x="3889058" y="861020"/>
            <a:ext cx="4413885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Malgun Gothic"/>
              <a:buNone/>
            </a:pPr>
            <a:r>
              <a:rPr b="1" i="0" lang="en-US" sz="3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 하드웨어와 입출력</a:t>
            </a:r>
            <a:endParaRPr sz="3000"/>
          </a:p>
        </p:txBody>
      </p:sp>
      <p:sp>
        <p:nvSpPr>
          <p:cNvPr id="124" name="Google Shape;124;p4"/>
          <p:cNvSpPr/>
          <p:nvPr/>
        </p:nvSpPr>
        <p:spPr>
          <a:xfrm>
            <a:off x="812800" y="1572220"/>
            <a:ext cx="4318000" cy="4523780"/>
          </a:xfrm>
          <a:prstGeom prst="roundRect">
            <a:avLst>
              <a:gd fmla="val 2941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1016000" y="1775420"/>
            <a:ext cx="3911700" cy="3538200"/>
          </a:xfrm>
          <a:prstGeom prst="roundRect">
            <a:avLst>
              <a:gd fmla="val 2154" name="adj"/>
            </a:avLst>
          </a:prstGeom>
          <a:solidFill>
            <a:srgbClr val="F6F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1016000" y="5389959"/>
            <a:ext cx="4028948" cy="2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8C8C8C"/>
                </a:solidFill>
                <a:latin typeface="Malgun Gothic"/>
                <a:ea typeface="Malgun Gothic"/>
                <a:cs typeface="Malgun Gothic"/>
                <a:sym typeface="Malgun Gothic"/>
              </a:rPr>
              <a:t>Basys3 입출력 위치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1016000" y="5679480"/>
            <a:ext cx="4028948" cy="2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보드</a:t>
            </a:r>
            <a:r>
              <a:rPr b="0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 Basys3 (Artix-7) · 100 MHz 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5334000" y="1572220"/>
            <a:ext cx="6045200" cy="4523780"/>
          </a:xfrm>
          <a:prstGeom prst="roundRect">
            <a:avLst>
              <a:gd fmla="val 2807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29" name="Google Shape;129;p4"/>
          <p:cNvGraphicFramePr/>
          <p:nvPr/>
        </p:nvGraphicFramePr>
        <p:xfrm>
          <a:off x="5600700" y="20232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{C6EE83A4-4D7C-47F0-BE3B-7B4E7B42BC90}</a:tableStyleId>
              </a:tblPr>
              <a:tblGrid>
                <a:gridCol w="1215400"/>
                <a:gridCol w="2154550"/>
                <a:gridCol w="2154550"/>
              </a:tblGrid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버튼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1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시계 수정 중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1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스톱워치 화면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1FF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btnR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오른쪽 자리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시작 / 일시정지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btnL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왼쪽 자리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리셋 (정지 시)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btnU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선택 자리 +1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업 / 다운 전환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btnD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선택 자리 −1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랩 저장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Reset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전체 초기화 (rst)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전체 초기화 (rst)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0" name="Google Shape;130;p4"/>
          <p:cNvGraphicFramePr/>
          <p:nvPr/>
        </p:nvGraphicFramePr>
        <p:xfrm>
          <a:off x="5600700" y="41838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{C6EE83A4-4D7C-47F0-BE3B-7B4E7B42BC90}</a:tableStyleId>
              </a:tblPr>
              <a:tblGrid>
                <a:gridCol w="1215400"/>
                <a:gridCol w="2154550"/>
                <a:gridCol w="2154550"/>
              </a:tblGrid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스위치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1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1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1FF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SW0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시계 화면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스톱워치 화면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SW1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sec. msec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hour. min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SW2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일반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시계 시간 수정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1" name="Google Shape;131;p4"/>
          <p:cNvSpPr/>
          <p:nvPr/>
        </p:nvSpPr>
        <p:spPr>
          <a:xfrm>
            <a:off x="10058400" y="6339880"/>
            <a:ext cx="1320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32" name="Google Shape;132;p4"/>
          <p:cNvGrpSpPr/>
          <p:nvPr/>
        </p:nvGrpSpPr>
        <p:grpSpPr>
          <a:xfrm>
            <a:off x="1113130" y="2187076"/>
            <a:ext cx="3717326" cy="2254655"/>
            <a:chOff x="550490" y="1827645"/>
            <a:chExt cx="6327364" cy="3837710"/>
          </a:xfrm>
        </p:grpSpPr>
        <p:pic>
          <p:nvPicPr>
            <p:cNvPr id="133" name="Google Shape;133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50490" y="1827645"/>
              <a:ext cx="6327364" cy="38377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" name="Google Shape;134;p4"/>
            <p:cNvSpPr/>
            <p:nvPr/>
          </p:nvSpPr>
          <p:spPr>
            <a:xfrm>
              <a:off x="1530350" y="3965575"/>
              <a:ext cx="1819200" cy="752400"/>
            </a:xfrm>
            <a:prstGeom prst="rect">
              <a:avLst/>
            </a:prstGeom>
            <a:noFill/>
            <a:ln cap="flat" cmpd="sng" w="4477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6850" lIns="53700" spcFirstLastPara="1" rIns="53700" wrap="square" tIns="26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7"/>
                <a:buFont typeface="Malgun Gothic"/>
                <a:buNone/>
              </a:pPr>
              <a:r>
                <a:t/>
              </a:r>
              <a:endParaRPr b="0" i="0" sz="1057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5" name="Google Shape;135;p4"/>
            <p:cNvSpPr/>
            <p:nvPr/>
          </p:nvSpPr>
          <p:spPr>
            <a:xfrm>
              <a:off x="5267960" y="4822825"/>
              <a:ext cx="1115400" cy="752400"/>
            </a:xfrm>
            <a:prstGeom prst="rect">
              <a:avLst/>
            </a:prstGeom>
            <a:noFill/>
            <a:ln cap="flat" cmpd="sng" w="4477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6850" lIns="53700" spcFirstLastPara="1" rIns="53700" wrap="square" tIns="26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7"/>
                <a:buFont typeface="Malgun Gothic"/>
                <a:buNone/>
              </a:pPr>
              <a:r>
                <a:t/>
              </a:r>
              <a:endParaRPr b="0" i="0" sz="1057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4556051" y="3589337"/>
              <a:ext cx="1260600" cy="1128600"/>
            </a:xfrm>
            <a:prstGeom prst="rect">
              <a:avLst/>
            </a:prstGeom>
            <a:noFill/>
            <a:ln cap="flat" cmpd="sng" w="4477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6850" lIns="53700" spcFirstLastPara="1" rIns="53700" wrap="square" tIns="26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7"/>
                <a:buFont typeface="Malgun Gothic"/>
                <a:buNone/>
              </a:pPr>
              <a:r>
                <a:t/>
              </a:r>
              <a:endParaRPr b="0" i="0" sz="1057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37" name="Google Shape;137;p4"/>
          <p:cNvSpPr/>
          <p:nvPr/>
        </p:nvSpPr>
        <p:spPr>
          <a:xfrm>
            <a:off x="1731252" y="4062937"/>
            <a:ext cx="783600" cy="252300"/>
          </a:xfrm>
          <a:prstGeom prst="rect">
            <a:avLst/>
          </a:prstGeom>
          <a:solidFill>
            <a:srgbClr val="C00000"/>
          </a:solidFill>
          <a:ln cap="flat" cmpd="sng" w="112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6850" lIns="53700" spcFirstLastPara="1" rIns="53700" wrap="square" tIns="26850">
            <a:noAutofit/>
          </a:bodyPr>
          <a:lstStyle/>
          <a:p>
            <a:pPr indent="0" lvl="0" marL="0" marR="0" rtl="0" algn="ctr">
              <a:lnSpc>
                <a:spcPct val="1179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7"/>
              <a:buFont typeface="Malgun Gothic"/>
              <a:buNone/>
            </a:pPr>
            <a:r>
              <a:rPr b="0" i="0" lang="en-US" sz="1057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4자리 FND</a:t>
            </a:r>
            <a:endParaRPr b="0" i="0" sz="1057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3736367" y="4418613"/>
            <a:ext cx="1053900" cy="252300"/>
          </a:xfrm>
          <a:prstGeom prst="rect">
            <a:avLst/>
          </a:prstGeom>
          <a:solidFill>
            <a:srgbClr val="C00000"/>
          </a:solidFill>
          <a:ln cap="flat" cmpd="sng" w="112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6850" lIns="53700" spcFirstLastPara="1" rIns="53700" wrap="square" tIns="26850">
            <a:noAutofit/>
          </a:bodyPr>
          <a:lstStyle/>
          <a:p>
            <a:pPr indent="0" lvl="0" marL="0" marR="0" rtl="0" algn="ctr">
              <a:lnSpc>
                <a:spcPct val="1179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7"/>
              <a:buFont typeface="Malgun Gothic"/>
              <a:buNone/>
            </a:pPr>
            <a:r>
              <a:rPr b="0" i="0" lang="en-US" sz="1057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SW2 SW1 SW0</a:t>
            </a:r>
            <a:endParaRPr b="0" i="0" sz="1057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4222789" y="2535377"/>
            <a:ext cx="510900" cy="252300"/>
          </a:xfrm>
          <a:prstGeom prst="rect">
            <a:avLst/>
          </a:prstGeom>
          <a:solidFill>
            <a:srgbClr val="C00000"/>
          </a:solidFill>
          <a:ln cap="flat" cmpd="sng" w="112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6850" lIns="53700" spcFirstLastPara="1" rIns="53700" wrap="square" tIns="26850">
            <a:noAutofit/>
          </a:bodyPr>
          <a:lstStyle/>
          <a:p>
            <a:pPr indent="0" lvl="0" marL="0" marR="0" rtl="0" algn="ctr">
              <a:lnSpc>
                <a:spcPct val="1179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7"/>
              <a:buFont typeface="Malgun Gothic"/>
              <a:buNone/>
            </a:pPr>
            <a:r>
              <a:rPr b="0" i="0" lang="en-US" sz="1057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btnR</a:t>
            </a:r>
            <a:endParaRPr b="0" i="0" sz="1057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2968848" y="2535378"/>
            <a:ext cx="510900" cy="252300"/>
          </a:xfrm>
          <a:prstGeom prst="rect">
            <a:avLst/>
          </a:prstGeom>
          <a:solidFill>
            <a:srgbClr val="C00000"/>
          </a:solidFill>
          <a:ln cap="flat" cmpd="sng" w="112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6850" lIns="53700" spcFirstLastPara="1" rIns="53700" wrap="square" tIns="26850">
            <a:noAutofit/>
          </a:bodyPr>
          <a:lstStyle/>
          <a:p>
            <a:pPr indent="0" lvl="0" marL="0" marR="0" rtl="0" algn="ctr">
              <a:lnSpc>
                <a:spcPct val="1179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7"/>
              <a:buFont typeface="Malgun Gothic"/>
              <a:buNone/>
            </a:pPr>
            <a:r>
              <a:rPr b="0" i="0" lang="en-US" sz="1057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btnL</a:t>
            </a:r>
            <a:endParaRPr b="0" i="0" sz="1057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3595819" y="2208805"/>
            <a:ext cx="510900" cy="252300"/>
          </a:xfrm>
          <a:prstGeom prst="rect">
            <a:avLst/>
          </a:prstGeom>
          <a:solidFill>
            <a:srgbClr val="C00000"/>
          </a:solidFill>
          <a:ln cap="flat" cmpd="sng" w="112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6850" lIns="53700" spcFirstLastPara="1" rIns="53700" wrap="square" tIns="26850">
            <a:noAutofit/>
          </a:bodyPr>
          <a:lstStyle/>
          <a:p>
            <a:pPr indent="0" lvl="0" marL="0" marR="0" rtl="0" algn="ctr">
              <a:lnSpc>
                <a:spcPct val="1179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7"/>
              <a:buFont typeface="Malgun Gothic"/>
              <a:buNone/>
            </a:pPr>
            <a:r>
              <a:rPr b="0" i="0" lang="en-US" sz="1057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btnU</a:t>
            </a:r>
            <a:endParaRPr b="0" i="0" sz="1057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3595819" y="2875009"/>
            <a:ext cx="510900" cy="252300"/>
          </a:xfrm>
          <a:prstGeom prst="rect">
            <a:avLst/>
          </a:prstGeom>
          <a:solidFill>
            <a:srgbClr val="C00000"/>
          </a:solidFill>
          <a:ln cap="flat" cmpd="sng" w="112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6850" lIns="53700" spcFirstLastPara="1" rIns="53700" wrap="square" tIns="26850">
            <a:noAutofit/>
          </a:bodyPr>
          <a:lstStyle/>
          <a:p>
            <a:pPr indent="0" lvl="0" marL="0" marR="0" rtl="0" algn="ctr">
              <a:lnSpc>
                <a:spcPct val="1179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7"/>
              <a:buFont typeface="Malgun Gothic"/>
              <a:buNone/>
            </a:pPr>
            <a:r>
              <a:rPr b="0" i="0" lang="en-US" sz="1057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btnD</a:t>
            </a:r>
            <a:endParaRPr b="0" i="0" sz="1057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3595819" y="2535378"/>
            <a:ext cx="510900" cy="252300"/>
          </a:xfrm>
          <a:prstGeom prst="rect">
            <a:avLst/>
          </a:prstGeom>
          <a:solidFill>
            <a:srgbClr val="C00000"/>
          </a:solidFill>
          <a:ln cap="flat" cmpd="sng" w="112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6850" lIns="53700" spcFirstLastPara="1" rIns="53700" wrap="square" tIns="26850">
            <a:noAutofit/>
          </a:bodyPr>
          <a:lstStyle/>
          <a:p>
            <a:pPr indent="0" lvl="0" marL="0" marR="0" rtl="0" algn="ctr">
              <a:lnSpc>
                <a:spcPct val="1179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7"/>
              <a:buFont typeface="Malgun Gothic"/>
              <a:buNone/>
            </a:pPr>
            <a:r>
              <a:rPr b="0" i="0" lang="en-US" sz="1057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Reset</a:t>
            </a:r>
            <a:endParaRPr b="0" i="0" sz="1057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B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h698aa550adcc4187_1_8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3EBFF"/>
              </a:gs>
              <a:gs pos="100000">
                <a:srgbClr val="F6F9FF"/>
              </a:gs>
            </a:gsLst>
            <a:lin ang="419989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0" name="Google Shape;150;h698aa550adcc4187_1_816"/>
          <p:cNvSpPr txBox="1"/>
          <p:nvPr>
            <p:ph type="title"/>
          </p:nvPr>
        </p:nvSpPr>
        <p:spPr>
          <a:xfrm>
            <a:off x="4035407" y="861020"/>
            <a:ext cx="412115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Malgun Gothic"/>
              <a:buNone/>
            </a:pPr>
            <a:r>
              <a:rPr b="1" lang="en-US" sz="3000">
                <a:latin typeface="Malgun Gothic"/>
                <a:ea typeface="Malgun Gothic"/>
                <a:cs typeface="Malgun Gothic"/>
                <a:sym typeface="Malgun Gothic"/>
              </a:rPr>
              <a:t>결과 요약 및 역할 분담</a:t>
            </a:r>
            <a:endParaRPr b="1" sz="3000"/>
          </a:p>
        </p:txBody>
      </p:sp>
      <p:sp>
        <p:nvSpPr>
          <p:cNvPr id="151" name="Google Shape;151;h698aa550adcc4187_1_816"/>
          <p:cNvSpPr/>
          <p:nvPr/>
        </p:nvSpPr>
        <p:spPr>
          <a:xfrm>
            <a:off x="812800" y="1496020"/>
            <a:ext cx="10566300" cy="4599900"/>
          </a:xfrm>
          <a:prstGeom prst="roundRect">
            <a:avLst>
              <a:gd fmla="val 2761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2" name="Google Shape;152;h698aa550adcc4187_1_816"/>
          <p:cNvSpPr/>
          <p:nvPr/>
        </p:nvSpPr>
        <p:spPr>
          <a:xfrm>
            <a:off x="1577375" y="1686025"/>
            <a:ext cx="3617700" cy="2164800"/>
          </a:xfrm>
          <a:prstGeom prst="roundRect">
            <a:avLst>
              <a:gd fmla="val 2688" name="adj"/>
            </a:avLst>
          </a:prstGeom>
          <a:solidFill>
            <a:srgbClr val="F6F9FF"/>
          </a:solidFill>
          <a:ln cap="flat" cmpd="sng" w="12700">
            <a:solidFill>
              <a:srgbClr val="8BB5F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53" name="Google Shape;153;h698aa550adcc4187_1_816"/>
          <p:cNvCxnSpPr/>
          <p:nvPr/>
        </p:nvCxnSpPr>
        <p:spPr>
          <a:xfrm>
            <a:off x="1577375" y="4893721"/>
            <a:ext cx="3692700" cy="0"/>
          </a:xfrm>
          <a:prstGeom prst="straightConnector1">
            <a:avLst/>
          </a:prstGeom>
          <a:noFill/>
          <a:ln cap="flat" cmpd="sng" w="12700">
            <a:solidFill>
              <a:srgbClr val="E3EB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h698aa550adcc4187_1_816"/>
          <p:cNvSpPr/>
          <p:nvPr/>
        </p:nvSpPr>
        <p:spPr>
          <a:xfrm>
            <a:off x="1359950" y="3907275"/>
            <a:ext cx="5923800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4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자리별 시간 수정 및 수정 위치 표시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5" name="Google Shape;155;h698aa550adcc4187_1_816"/>
          <p:cNvSpPr/>
          <p:nvPr/>
        </p:nvSpPr>
        <p:spPr>
          <a:xfrm>
            <a:off x="1403450" y="4260949"/>
            <a:ext cx="49530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67894" lvl="0" marL="167894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600"/>
              <a:buFont typeface="Malgun Gothic"/>
              <a:buChar char="•"/>
            </a:pPr>
            <a:r>
              <a:rPr b="0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선택한 자리만 변경 및 변경 중인 현재 자리수 점멸 표시 </a:t>
            </a:r>
            <a:endParaRPr b="0" i="0" sz="1400" u="none" cap="none" strike="noStrike">
              <a:solidFill>
                <a:srgbClr val="282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67894" lvl="0" marL="167894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600"/>
              <a:buFont typeface="Malgun Gothic"/>
              <a:buChar char="•"/>
            </a:pPr>
            <a:r>
              <a:rPr b="0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수정 모드 해제 후 변경한 시간부터 카운트 시작 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6" name="Google Shape;156;h698aa550adcc4187_1_816"/>
          <p:cNvSpPr/>
          <p:nvPr/>
        </p:nvSpPr>
        <p:spPr>
          <a:xfrm>
            <a:off x="10058400" y="6339880"/>
            <a:ext cx="13209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57" name="Google Shape;157;h698aa550adcc4187_1_816" title="워치스탑워치최종_동작확인.gif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8700" y="1776300"/>
            <a:ext cx="3515050" cy="198031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h698aa550adcc4187_1_816"/>
          <p:cNvSpPr/>
          <p:nvPr/>
        </p:nvSpPr>
        <p:spPr>
          <a:xfrm>
            <a:off x="1359950" y="4999740"/>
            <a:ext cx="5923800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4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Laptime 기능 추가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9" name="Google Shape;159;h698aa550adcc4187_1_816"/>
          <p:cNvSpPr/>
          <p:nvPr/>
        </p:nvSpPr>
        <p:spPr>
          <a:xfrm>
            <a:off x="1403448" y="5344575"/>
            <a:ext cx="4953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67894" lvl="0" marL="167894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600"/>
              <a:buFont typeface="Malgun Gothic"/>
              <a:buChar char="•"/>
            </a:pPr>
            <a:r>
              <a:rPr b="0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내부 카운트는 유지하고 , 화면에는 저장한 시점의 값 표시 </a:t>
            </a:r>
            <a:endParaRPr b="0" i="0" sz="1400" u="none" cap="none" strike="noStrike">
              <a:solidFill>
                <a:srgbClr val="282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67894" lvl="0" marL="167894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600"/>
              <a:buFont typeface="Malgun Gothic"/>
              <a:buChar char="•"/>
            </a:pPr>
            <a:r>
              <a:rPr b="0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laptime 버튼 재입력 시 저장값 갱신 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0" name="Google Shape;160;h698aa550adcc4187_1_816"/>
          <p:cNvSpPr/>
          <p:nvPr/>
        </p:nvSpPr>
        <p:spPr>
          <a:xfrm>
            <a:off x="8227901" y="1933839"/>
            <a:ext cx="25599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67894" lvl="0" marL="167894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400"/>
              <a:buFont typeface="Malgun Gothic"/>
              <a:buChar char="•"/>
            </a:pPr>
            <a:r>
              <a:rPr b="0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stopwatch_control_unit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67894" lvl="0" marL="167894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400"/>
              <a:buFont typeface="Malgun Gothic"/>
              <a:buChar char="•"/>
            </a:pPr>
            <a:r>
              <a:rPr b="0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watch_control_unit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67894" lvl="0" marL="167894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400"/>
              <a:buFont typeface="Malgun Gothic"/>
              <a:buChar char="•"/>
            </a:pPr>
            <a:r>
              <a:rPr b="0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디바운스 · 버튼 분배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67894" lvl="0" marL="167894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400"/>
              <a:buFont typeface="Malgun Gothic"/>
              <a:buChar char="•"/>
            </a:pPr>
            <a:r>
              <a:rPr b="0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단위 시뮬레이션 U1–U4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61" name="Google Shape;161;h698aa550adcc4187_1_816"/>
          <p:cNvGrpSpPr/>
          <p:nvPr/>
        </p:nvGrpSpPr>
        <p:grpSpPr>
          <a:xfrm>
            <a:off x="6640254" y="3396828"/>
            <a:ext cx="1099900" cy="992941"/>
            <a:chOff x="7506558" y="3865283"/>
            <a:chExt cx="1099900" cy="992941"/>
          </a:xfrm>
        </p:grpSpPr>
        <p:sp>
          <p:nvSpPr>
            <p:cNvPr id="162" name="Google Shape;162;h698aa550adcc4187_1_816"/>
            <p:cNvSpPr/>
            <p:nvPr/>
          </p:nvSpPr>
          <p:spPr>
            <a:xfrm>
              <a:off x="7506558" y="3865283"/>
              <a:ext cx="10650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7999"/>
                </a:lnSpc>
                <a:spcBef>
                  <a:spcPts val="0"/>
                </a:spcBef>
                <a:spcAft>
                  <a:spcPts val="0"/>
                </a:spcAft>
                <a:buClr>
                  <a:srgbClr val="B0B0B0"/>
                </a:buClr>
                <a:buSzPts val="1200"/>
                <a:buFont typeface="Malgun Gothic"/>
                <a:buNone/>
              </a:pPr>
              <a:r>
                <a:rPr b="0" i="0" lang="en-US" sz="1200" u="none" cap="none" strike="noStrike">
                  <a:solidFill>
                    <a:srgbClr val="B0B0B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DATAPATH</a:t>
              </a:r>
              <a:endPara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3" name="Google Shape;163;h698aa550adcc4187_1_816"/>
            <p:cNvSpPr/>
            <p:nvPr/>
          </p:nvSpPr>
          <p:spPr>
            <a:xfrm>
              <a:off x="7664530" y="4180204"/>
              <a:ext cx="7493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7999"/>
                </a:lnSpc>
                <a:spcBef>
                  <a:spcPts val="0"/>
                </a:spcBef>
                <a:spcAft>
                  <a:spcPts val="0"/>
                </a:spcAft>
                <a:buClr>
                  <a:srgbClr val="282828"/>
                </a:buClr>
                <a:buSzPts val="1700"/>
                <a:buFont typeface="Malgun Gothic"/>
                <a:buNone/>
              </a:pPr>
              <a:r>
                <a:rPr b="1" i="0" lang="en-US" sz="1700" u="none" cap="none" strike="noStrike">
                  <a:solidFill>
                    <a:srgbClr val="28282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조수영</a:t>
              </a:r>
              <a:endParaRPr b="0" i="0" sz="17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4" name="Google Shape;164;h698aa550adcc4187_1_816"/>
            <p:cNvSpPr/>
            <p:nvPr/>
          </p:nvSpPr>
          <p:spPr>
            <a:xfrm>
              <a:off x="7630145" y="4584024"/>
              <a:ext cx="976313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7999"/>
                </a:lnSpc>
                <a:spcBef>
                  <a:spcPts val="0"/>
                </a:spcBef>
                <a:spcAft>
                  <a:spcPts val="0"/>
                </a:spcAft>
                <a:buClr>
                  <a:srgbClr val="3A70FC"/>
                </a:buClr>
                <a:buSzPts val="1400"/>
                <a:buFont typeface="Malgun Gothic"/>
                <a:buNone/>
              </a:pPr>
              <a:r>
                <a:rPr b="1" i="0" lang="en-US" sz="1400" u="none" cap="none" strike="noStrike">
                  <a:solidFill>
                    <a:srgbClr val="3A70F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데이터패스</a:t>
              </a:r>
              <a:endPara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65" name="Google Shape;165;h698aa550adcc4187_1_816"/>
          <p:cNvSpPr/>
          <p:nvPr/>
        </p:nvSpPr>
        <p:spPr>
          <a:xfrm>
            <a:off x="8227901" y="3396513"/>
            <a:ext cx="31512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67894" lvl="0" marL="167894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400"/>
              <a:buFont typeface="Malgun Gothic"/>
              <a:buChar char="•"/>
            </a:pPr>
            <a:r>
              <a:rPr b="0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stopwatch_datapath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67894" lvl="0" marL="167894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400"/>
              <a:buFont typeface="Malgun Gothic"/>
              <a:buChar char="•"/>
            </a:pPr>
            <a:r>
              <a:rPr b="0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watch_datapath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67894" lvl="0" marL="167894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400"/>
              <a:buFont typeface="Malgun Gothic"/>
              <a:buChar char="•"/>
            </a:pPr>
            <a:r>
              <a:rPr b="0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시간 카운터 · 랩 저장 · 표시 MUX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67894" lvl="0" marL="167894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400"/>
              <a:buFont typeface="Malgun Gothic"/>
              <a:buChar char="•"/>
            </a:pPr>
            <a:r>
              <a:rPr b="0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fnd_controller 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66" name="Google Shape;166;h698aa550adcc4187_1_816"/>
          <p:cNvGrpSpPr/>
          <p:nvPr/>
        </p:nvGrpSpPr>
        <p:grpSpPr>
          <a:xfrm>
            <a:off x="6381954" y="1873803"/>
            <a:ext cx="1581600" cy="992941"/>
            <a:chOff x="7222854" y="2624095"/>
            <a:chExt cx="1581600" cy="992941"/>
          </a:xfrm>
        </p:grpSpPr>
        <p:sp>
          <p:nvSpPr>
            <p:cNvPr id="167" name="Google Shape;167;h698aa550adcc4187_1_816"/>
            <p:cNvSpPr/>
            <p:nvPr/>
          </p:nvSpPr>
          <p:spPr>
            <a:xfrm>
              <a:off x="7222854" y="2624095"/>
              <a:ext cx="1581600" cy="24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7999"/>
                </a:lnSpc>
                <a:spcBef>
                  <a:spcPts val="0"/>
                </a:spcBef>
                <a:spcAft>
                  <a:spcPts val="0"/>
                </a:spcAft>
                <a:buClr>
                  <a:srgbClr val="B0B0B0"/>
                </a:buClr>
                <a:buSzPts val="1200"/>
                <a:buFont typeface="Malgun Gothic"/>
                <a:buNone/>
              </a:pPr>
              <a:r>
                <a:rPr b="0" i="0" lang="en-US" sz="1400" u="none" cap="none" strike="noStrike">
                  <a:solidFill>
                    <a:srgbClr val="B0B0B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CONTROL UNIT</a:t>
              </a:r>
              <a:endPara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8" name="Google Shape;168;h698aa550adcc4187_1_816"/>
            <p:cNvSpPr/>
            <p:nvPr/>
          </p:nvSpPr>
          <p:spPr>
            <a:xfrm>
              <a:off x="7639073" y="2939016"/>
              <a:ext cx="7493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7999"/>
                </a:lnSpc>
                <a:spcBef>
                  <a:spcPts val="0"/>
                </a:spcBef>
                <a:spcAft>
                  <a:spcPts val="0"/>
                </a:spcAft>
                <a:buClr>
                  <a:srgbClr val="282828"/>
                </a:buClr>
                <a:buSzPts val="1700"/>
                <a:buFont typeface="Malgun Gothic"/>
                <a:buNone/>
              </a:pPr>
              <a:r>
                <a:rPr b="1" i="0" lang="en-US" sz="1700" u="none" cap="none" strike="noStrike">
                  <a:solidFill>
                    <a:srgbClr val="28282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박재균</a:t>
              </a:r>
              <a:endParaRPr b="0" i="0" sz="17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9" name="Google Shape;169;h698aa550adcc4187_1_816"/>
            <p:cNvSpPr/>
            <p:nvPr/>
          </p:nvSpPr>
          <p:spPr>
            <a:xfrm>
              <a:off x="7666302" y="3342836"/>
              <a:ext cx="860425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7999"/>
                </a:lnSpc>
                <a:spcBef>
                  <a:spcPts val="0"/>
                </a:spcBef>
                <a:spcAft>
                  <a:spcPts val="0"/>
                </a:spcAft>
                <a:buClr>
                  <a:srgbClr val="3A70FC"/>
                </a:buClr>
                <a:buSzPts val="1400"/>
                <a:buFont typeface="Malgun Gothic"/>
                <a:buNone/>
              </a:pPr>
              <a:r>
                <a:rPr b="1" i="0" lang="en-US" sz="1400" u="none" cap="none" strike="noStrike">
                  <a:solidFill>
                    <a:srgbClr val="3A70F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제어 유닛</a:t>
              </a:r>
              <a:endPara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70" name="Google Shape;170;h698aa550adcc4187_1_816"/>
          <p:cNvGrpSpPr/>
          <p:nvPr/>
        </p:nvGrpSpPr>
        <p:grpSpPr>
          <a:xfrm>
            <a:off x="6800004" y="4893720"/>
            <a:ext cx="860425" cy="992941"/>
            <a:chOff x="7625819" y="5005120"/>
            <a:chExt cx="860425" cy="992941"/>
          </a:xfrm>
        </p:grpSpPr>
        <p:sp>
          <p:nvSpPr>
            <p:cNvPr id="171" name="Google Shape;171;h698aa550adcc4187_1_816"/>
            <p:cNvSpPr/>
            <p:nvPr/>
          </p:nvSpPr>
          <p:spPr>
            <a:xfrm>
              <a:off x="7688981" y="5005120"/>
              <a:ext cx="5685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7999"/>
                </a:lnSpc>
                <a:spcBef>
                  <a:spcPts val="0"/>
                </a:spcBef>
                <a:spcAft>
                  <a:spcPts val="0"/>
                </a:spcAft>
                <a:buClr>
                  <a:srgbClr val="B0B0B0"/>
                </a:buClr>
                <a:buSzPts val="1200"/>
                <a:buFont typeface="Malgun Gothic"/>
                <a:buNone/>
              </a:pPr>
              <a:r>
                <a:rPr b="0" i="0" lang="en-US" sz="1200" u="none" cap="none" strike="noStrike">
                  <a:solidFill>
                    <a:srgbClr val="B0B0B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TEAM</a:t>
              </a:r>
              <a:endPara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2" name="Google Shape;172;h698aa550adcc4187_1_816"/>
            <p:cNvSpPr/>
            <p:nvPr/>
          </p:nvSpPr>
          <p:spPr>
            <a:xfrm>
              <a:off x="7706470" y="5320041"/>
              <a:ext cx="533400" cy="32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7999"/>
                </a:lnSpc>
                <a:spcBef>
                  <a:spcPts val="0"/>
                </a:spcBef>
                <a:spcAft>
                  <a:spcPts val="0"/>
                </a:spcAft>
                <a:buClr>
                  <a:srgbClr val="282828"/>
                </a:buClr>
                <a:buSzPts val="1700"/>
                <a:buFont typeface="Malgun Gothic"/>
                <a:buNone/>
              </a:pPr>
              <a:r>
                <a:rPr b="1" i="0" lang="en-US" sz="1700" u="none" cap="none" strike="noStrike">
                  <a:solidFill>
                    <a:srgbClr val="28282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공동</a:t>
              </a:r>
              <a:endParaRPr b="0" i="0" sz="17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3" name="Google Shape;173;h698aa550adcc4187_1_816"/>
            <p:cNvSpPr/>
            <p:nvPr/>
          </p:nvSpPr>
          <p:spPr>
            <a:xfrm>
              <a:off x="7625819" y="5723861"/>
              <a:ext cx="860425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7999"/>
                </a:lnSpc>
                <a:spcBef>
                  <a:spcPts val="0"/>
                </a:spcBef>
                <a:spcAft>
                  <a:spcPts val="0"/>
                </a:spcAft>
                <a:buClr>
                  <a:srgbClr val="3A70FC"/>
                </a:buClr>
                <a:buSzPts val="1400"/>
                <a:buFont typeface="Malgun Gothic"/>
                <a:buNone/>
              </a:pPr>
              <a:r>
                <a:rPr b="1" i="0" lang="en-US" sz="1400" u="none" cap="none" strike="noStrike">
                  <a:solidFill>
                    <a:srgbClr val="3A70F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공동 작업</a:t>
              </a:r>
              <a:endPara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74" name="Google Shape;174;h698aa550adcc4187_1_816"/>
          <p:cNvSpPr/>
          <p:nvPr/>
        </p:nvSpPr>
        <p:spPr>
          <a:xfrm>
            <a:off x="8227901" y="4832651"/>
            <a:ext cx="22641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67894" lvl="0" marL="167894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400"/>
              <a:buFont typeface="Malgun Gothic"/>
              <a:buChar char="•"/>
            </a:pPr>
            <a:r>
              <a:rPr b="0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Top 연결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67894" lvl="0" marL="167894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400"/>
              <a:buFont typeface="Malgun Gothic"/>
              <a:buChar char="•"/>
            </a:pPr>
            <a:r>
              <a:rPr b="0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통합 시뮬레이션 S1–S5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67894" lvl="0" marL="167894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400"/>
              <a:buFont typeface="Malgun Gothic"/>
              <a:buChar char="•"/>
            </a:pPr>
            <a:r>
              <a:rPr b="0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보드 검증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67894" lvl="0" marL="167894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400"/>
              <a:buFont typeface="Malgun Gothic"/>
              <a:buChar char="•"/>
            </a:pPr>
            <a:r>
              <a:rPr b="0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보고서 · 발표 준비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75" name="Google Shape;175;h698aa550adcc4187_1_816"/>
          <p:cNvCxnSpPr/>
          <p:nvPr/>
        </p:nvCxnSpPr>
        <p:spPr>
          <a:xfrm>
            <a:off x="6540975" y="3125775"/>
            <a:ext cx="383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6" name="Google Shape;176;h698aa550adcc4187_1_816"/>
          <p:cNvCxnSpPr/>
          <p:nvPr/>
        </p:nvCxnSpPr>
        <p:spPr>
          <a:xfrm>
            <a:off x="6558525" y="4660825"/>
            <a:ext cx="380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"/>
          <p:cNvSpPr/>
          <p:nvPr/>
        </p:nvSpPr>
        <p:spPr>
          <a:xfrm>
            <a:off x="171449" y="1158039"/>
            <a:ext cx="11860129" cy="5442786"/>
          </a:xfrm>
          <a:prstGeom prst="roundRect">
            <a:avLst>
              <a:gd fmla="val 3078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457200" y="257175"/>
            <a:ext cx="57150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구조</a:t>
            </a:r>
            <a:endParaRPr/>
          </a:p>
        </p:txBody>
      </p:sp>
      <p:cxnSp>
        <p:nvCxnSpPr>
          <p:cNvPr id="183" name="Google Shape;183;p7"/>
          <p:cNvCxnSpPr/>
          <p:nvPr/>
        </p:nvCxnSpPr>
        <p:spPr>
          <a:xfrm>
            <a:off x="1924050" y="3994986"/>
            <a:ext cx="352425" cy="0"/>
          </a:xfrm>
          <a:prstGeom prst="straightConnector1">
            <a:avLst/>
          </a:prstGeom>
          <a:noFill/>
          <a:ln cap="flat" cmpd="sng" w="28575">
            <a:solidFill>
              <a:srgbClr val="416D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4" name="Google Shape;184;p7"/>
          <p:cNvCxnSpPr/>
          <p:nvPr/>
        </p:nvCxnSpPr>
        <p:spPr>
          <a:xfrm>
            <a:off x="3800475" y="3994986"/>
            <a:ext cx="180975" cy="0"/>
          </a:xfrm>
          <a:prstGeom prst="straightConnector1">
            <a:avLst/>
          </a:prstGeom>
          <a:noFill/>
          <a:ln cap="flat" cmpd="sng" w="28575">
            <a:solidFill>
              <a:srgbClr val="416DD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" name="Google Shape;185;p7"/>
          <p:cNvCxnSpPr/>
          <p:nvPr/>
        </p:nvCxnSpPr>
        <p:spPr>
          <a:xfrm>
            <a:off x="3981450" y="3052011"/>
            <a:ext cx="0" cy="2133600"/>
          </a:xfrm>
          <a:prstGeom prst="straightConnector1">
            <a:avLst/>
          </a:prstGeom>
          <a:noFill/>
          <a:ln cap="flat" cmpd="sng" w="28575">
            <a:solidFill>
              <a:srgbClr val="416DD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" name="Google Shape;186;p7"/>
          <p:cNvCxnSpPr/>
          <p:nvPr/>
        </p:nvCxnSpPr>
        <p:spPr>
          <a:xfrm>
            <a:off x="3981450" y="3052011"/>
            <a:ext cx="228600" cy="0"/>
          </a:xfrm>
          <a:prstGeom prst="straightConnector1">
            <a:avLst/>
          </a:prstGeom>
          <a:noFill/>
          <a:ln cap="flat" cmpd="sng" w="28575">
            <a:solidFill>
              <a:srgbClr val="416D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7" name="Google Shape;187;p7"/>
          <p:cNvCxnSpPr/>
          <p:nvPr/>
        </p:nvCxnSpPr>
        <p:spPr>
          <a:xfrm>
            <a:off x="3981450" y="5185611"/>
            <a:ext cx="228600" cy="0"/>
          </a:xfrm>
          <a:prstGeom prst="straightConnector1">
            <a:avLst/>
          </a:prstGeom>
          <a:noFill/>
          <a:ln cap="flat" cmpd="sng" w="28575">
            <a:solidFill>
              <a:srgbClr val="416D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8" name="Google Shape;188;p7"/>
          <p:cNvCxnSpPr/>
          <p:nvPr/>
        </p:nvCxnSpPr>
        <p:spPr>
          <a:xfrm>
            <a:off x="5924550" y="3052011"/>
            <a:ext cx="361950" cy="0"/>
          </a:xfrm>
          <a:prstGeom prst="straightConnector1">
            <a:avLst/>
          </a:prstGeom>
          <a:noFill/>
          <a:ln cap="flat" cmpd="sng" w="28575">
            <a:solidFill>
              <a:srgbClr val="416D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9" name="Google Shape;189;p7"/>
          <p:cNvCxnSpPr/>
          <p:nvPr/>
        </p:nvCxnSpPr>
        <p:spPr>
          <a:xfrm>
            <a:off x="5924550" y="5185611"/>
            <a:ext cx="361950" cy="0"/>
          </a:xfrm>
          <a:prstGeom prst="straightConnector1">
            <a:avLst/>
          </a:prstGeom>
          <a:noFill/>
          <a:ln cap="flat" cmpd="sng" w="28575">
            <a:solidFill>
              <a:srgbClr val="416D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0" name="Google Shape;190;p7"/>
          <p:cNvCxnSpPr/>
          <p:nvPr/>
        </p:nvCxnSpPr>
        <p:spPr>
          <a:xfrm>
            <a:off x="8420100" y="3052011"/>
            <a:ext cx="228600" cy="0"/>
          </a:xfrm>
          <a:prstGeom prst="straightConnector1">
            <a:avLst/>
          </a:prstGeom>
          <a:noFill/>
          <a:ln cap="flat" cmpd="sng" w="28575">
            <a:solidFill>
              <a:srgbClr val="416DD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1" name="Google Shape;191;p7"/>
          <p:cNvCxnSpPr/>
          <p:nvPr/>
        </p:nvCxnSpPr>
        <p:spPr>
          <a:xfrm>
            <a:off x="8420100" y="5185611"/>
            <a:ext cx="228600" cy="0"/>
          </a:xfrm>
          <a:prstGeom prst="straightConnector1">
            <a:avLst/>
          </a:prstGeom>
          <a:noFill/>
          <a:ln cap="flat" cmpd="sng" w="28575">
            <a:solidFill>
              <a:srgbClr val="416DD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2" name="Google Shape;192;p7"/>
          <p:cNvCxnSpPr/>
          <p:nvPr/>
        </p:nvCxnSpPr>
        <p:spPr>
          <a:xfrm>
            <a:off x="8648700" y="3052011"/>
            <a:ext cx="0" cy="2133600"/>
          </a:xfrm>
          <a:prstGeom prst="straightConnector1">
            <a:avLst/>
          </a:prstGeom>
          <a:noFill/>
          <a:ln cap="flat" cmpd="sng" w="28575">
            <a:solidFill>
              <a:srgbClr val="416DD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3" name="Google Shape;193;p7"/>
          <p:cNvCxnSpPr/>
          <p:nvPr/>
        </p:nvCxnSpPr>
        <p:spPr>
          <a:xfrm>
            <a:off x="8648700" y="3994986"/>
            <a:ext cx="247650" cy="0"/>
          </a:xfrm>
          <a:prstGeom prst="straightConnector1">
            <a:avLst/>
          </a:prstGeom>
          <a:noFill/>
          <a:ln cap="flat" cmpd="sng" w="28575">
            <a:solidFill>
              <a:srgbClr val="416D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4" name="Google Shape;194;p7"/>
          <p:cNvCxnSpPr/>
          <p:nvPr/>
        </p:nvCxnSpPr>
        <p:spPr>
          <a:xfrm>
            <a:off x="10115550" y="3994986"/>
            <a:ext cx="361950" cy="0"/>
          </a:xfrm>
          <a:prstGeom prst="straightConnector1">
            <a:avLst/>
          </a:prstGeom>
          <a:noFill/>
          <a:ln cap="flat" cmpd="sng" w="28575">
            <a:solidFill>
              <a:srgbClr val="416DD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5" name="Google Shape;195;p7"/>
          <p:cNvCxnSpPr/>
          <p:nvPr/>
        </p:nvCxnSpPr>
        <p:spPr>
          <a:xfrm>
            <a:off x="5067300" y="5757111"/>
            <a:ext cx="0" cy="476250"/>
          </a:xfrm>
          <a:prstGeom prst="straightConnector1">
            <a:avLst/>
          </a:prstGeom>
          <a:noFill/>
          <a:ln cap="flat" cmpd="sng" w="19050">
            <a:solidFill>
              <a:srgbClr val="73809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96" name="Google Shape;196;p7"/>
          <p:cNvCxnSpPr/>
          <p:nvPr/>
        </p:nvCxnSpPr>
        <p:spPr>
          <a:xfrm>
            <a:off x="5067300" y="6233361"/>
            <a:ext cx="6076950" cy="0"/>
          </a:xfrm>
          <a:prstGeom prst="straightConnector1">
            <a:avLst/>
          </a:prstGeom>
          <a:noFill/>
          <a:ln cap="flat" cmpd="sng" w="19050">
            <a:solidFill>
              <a:srgbClr val="73809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97" name="Google Shape;197;p7"/>
          <p:cNvCxnSpPr/>
          <p:nvPr/>
        </p:nvCxnSpPr>
        <p:spPr>
          <a:xfrm rot="10800000">
            <a:off x="11144250" y="4614111"/>
            <a:ext cx="0" cy="1619250"/>
          </a:xfrm>
          <a:prstGeom prst="straightConnector1">
            <a:avLst/>
          </a:prstGeom>
          <a:noFill/>
          <a:ln cap="flat" cmpd="sng" w="19050">
            <a:solidFill>
              <a:srgbClr val="73809C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198" name="Google Shape;198;p7"/>
          <p:cNvSpPr/>
          <p:nvPr/>
        </p:nvSpPr>
        <p:spPr>
          <a:xfrm>
            <a:off x="400050" y="3423486"/>
            <a:ext cx="1524000" cy="1143000"/>
          </a:xfrm>
          <a:prstGeom prst="roundRect">
            <a:avLst>
              <a:gd fmla="val 10000" name="adj"/>
            </a:avLst>
          </a:prstGeom>
          <a:solidFill>
            <a:srgbClr val="C4D5FF"/>
          </a:solidFill>
          <a:ln cap="flat" cmpd="sng" w="19050">
            <a:solidFill>
              <a:srgbClr val="567B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447675" y="3585411"/>
            <a:ext cx="1428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7233E"/>
                </a:solidFill>
                <a:latin typeface="Malgun Gothic"/>
                <a:ea typeface="Malgun Gothic"/>
                <a:cs typeface="Malgun Gothic"/>
                <a:sym typeface="Malgun Gothic"/>
              </a:rPr>
              <a:t>디바운스 ×4</a:t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447675" y="3985461"/>
            <a:ext cx="14287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85878"/>
                </a:solidFill>
                <a:latin typeface="Malgun Gothic"/>
                <a:ea typeface="Malgun Gothic"/>
                <a:cs typeface="Malgun Gothic"/>
                <a:sym typeface="Malgun Gothic"/>
              </a:rPr>
              <a:t>1클럭 펄스</a:t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2276475" y="3423486"/>
            <a:ext cx="1524000" cy="1143000"/>
          </a:xfrm>
          <a:prstGeom prst="roundRect">
            <a:avLst>
              <a:gd fmla="val 10000" name="adj"/>
            </a:avLst>
          </a:prstGeom>
          <a:solidFill>
            <a:srgbClr val="C4D5FF"/>
          </a:solidFill>
          <a:ln cap="flat" cmpd="sng" w="19050">
            <a:solidFill>
              <a:srgbClr val="567B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2324100" y="3585411"/>
            <a:ext cx="1428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7233E"/>
                </a:solidFill>
                <a:latin typeface="Malgun Gothic"/>
                <a:ea typeface="Malgun Gothic"/>
                <a:cs typeface="Malgun Gothic"/>
                <a:sym typeface="Malgun Gothic"/>
              </a:rPr>
              <a:t>버튼 분배</a:t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2324100" y="3985461"/>
            <a:ext cx="14287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85878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 경로 선택</a:t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4210050" y="2480511"/>
            <a:ext cx="1714500" cy="1143000"/>
          </a:xfrm>
          <a:prstGeom prst="roundRect">
            <a:avLst>
              <a:gd fmla="val 10000" name="adj"/>
            </a:avLst>
          </a:prstGeom>
          <a:solidFill>
            <a:srgbClr val="C4D5FF"/>
          </a:solidFill>
          <a:ln cap="flat" cmpd="sng" w="19050">
            <a:solidFill>
              <a:srgbClr val="567B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4257675" y="2642436"/>
            <a:ext cx="1619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7233E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스톱워치 CU</a:t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4257675" y="3042486"/>
            <a:ext cx="16192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85878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실행·정지·랩</a:t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4210050" y="4614111"/>
            <a:ext cx="1714500" cy="1143000"/>
          </a:xfrm>
          <a:prstGeom prst="roundRect">
            <a:avLst>
              <a:gd fmla="val 10000" name="adj"/>
            </a:avLst>
          </a:prstGeom>
          <a:solidFill>
            <a:srgbClr val="C4D5FF"/>
          </a:solidFill>
          <a:ln cap="flat" cmpd="sng" w="19050">
            <a:solidFill>
              <a:srgbClr val="567B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4257675" y="4776036"/>
            <a:ext cx="1619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7233E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시계 CU</a:t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4257675" y="5176086"/>
            <a:ext cx="16192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85878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선택·수정 명령</a:t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6286500" y="2480511"/>
            <a:ext cx="2133600" cy="1143000"/>
          </a:xfrm>
          <a:prstGeom prst="roundRect">
            <a:avLst>
              <a:gd fmla="val 10000" name="adj"/>
            </a:avLst>
          </a:prstGeom>
          <a:solidFill>
            <a:srgbClr val="C4D5FF"/>
          </a:solidFill>
          <a:ln cap="flat" cmpd="sng" w="19050">
            <a:solidFill>
              <a:srgbClr val="567B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6334125" y="2642436"/>
            <a:ext cx="2038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17233E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스톱워치 데이터패스</a:t>
            </a: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6334125" y="3042486"/>
            <a:ext cx="20383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85878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카운터·랩 저장</a:t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6286500" y="4614111"/>
            <a:ext cx="2133600" cy="1143000"/>
          </a:xfrm>
          <a:prstGeom prst="roundRect">
            <a:avLst>
              <a:gd fmla="val 10000" name="adj"/>
            </a:avLst>
          </a:prstGeom>
          <a:solidFill>
            <a:srgbClr val="C4D5FF"/>
          </a:solidFill>
          <a:ln cap="flat" cmpd="sng" w="19050">
            <a:solidFill>
              <a:srgbClr val="567B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6334125" y="4776036"/>
            <a:ext cx="2038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17233E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시계 데이터패스</a:t>
            </a: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6334125" y="5176086"/>
            <a:ext cx="20383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85878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시간 계수·자리 수정</a:t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8896350" y="3423486"/>
            <a:ext cx="1219200" cy="1143000"/>
          </a:xfrm>
          <a:prstGeom prst="roundRect">
            <a:avLst>
              <a:gd fmla="val 10000" name="adj"/>
            </a:avLst>
          </a:prstGeom>
          <a:solidFill>
            <a:srgbClr val="C4D5FF"/>
          </a:solidFill>
          <a:ln cap="flat" cmpd="sng" w="19050">
            <a:solidFill>
              <a:srgbClr val="567B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8943975" y="3585411"/>
            <a:ext cx="1123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7233E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 MUX</a:t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8943975" y="3985461"/>
            <a:ext cx="11239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85878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 선택</a:t>
            </a:r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10477500" y="3328236"/>
            <a:ext cx="1333500" cy="1333500"/>
          </a:xfrm>
          <a:prstGeom prst="roundRect">
            <a:avLst>
              <a:gd fmla="val 8571" name="adj"/>
            </a:avLst>
          </a:prstGeom>
          <a:solidFill>
            <a:srgbClr val="3766DC"/>
          </a:solidFill>
          <a:ln cap="flat" cmpd="sng" w="19050">
            <a:solidFill>
              <a:srgbClr val="567B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10525125" y="3490161"/>
            <a:ext cx="1238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FND 제어</a:t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10525125" y="3890211"/>
            <a:ext cx="12382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단위·스캔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자리 깜빡임</a:t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371475" y="2899611"/>
            <a:ext cx="1619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7233E"/>
                </a:solidFill>
                <a:latin typeface="Malgun Gothic"/>
                <a:ea typeface="Malgun Gothic"/>
                <a:cs typeface="Malgun Gothic"/>
                <a:sym typeface="Malgun Gothic"/>
              </a:rPr>
              <a:t>버튼 R · L · U · D</a:t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2047875" y="4709361"/>
            <a:ext cx="2000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7233E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 모드 선택</a:t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4191000" y="2070936"/>
            <a:ext cx="1762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567A9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제어 신호</a:t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6286500" y="2070936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567A9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시간 데이터</a:t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6048375" y="5842836"/>
            <a:ext cx="4000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8698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selected_digit  수정 자리 정보</a:t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457200" y="1359318"/>
            <a:ext cx="112776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13B6C"/>
                </a:solidFill>
                <a:latin typeface="Malgun Gothic"/>
                <a:ea typeface="Malgun Gothic"/>
                <a:cs typeface="Malgun Gothic"/>
                <a:sym typeface="Malgun Gothic"/>
              </a:rPr>
              <a:t>두 데이터패스는 독립적으로 동작, 결과 MUX가 표시할 시간만 선택</a:t>
            </a:r>
            <a:endParaRPr b="1" i="0" sz="1800" u="none" cap="none" strike="noStrike">
              <a:solidFill>
                <a:srgbClr val="213B6C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B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3EBFF"/>
              </a:gs>
              <a:gs pos="100000">
                <a:srgbClr val="F6F9FF"/>
              </a:gs>
            </a:gsLst>
            <a:lin ang="4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4" name="Google Shape;234;p11"/>
          <p:cNvSpPr txBox="1"/>
          <p:nvPr>
            <p:ph type="title"/>
          </p:nvPr>
        </p:nvSpPr>
        <p:spPr>
          <a:xfrm>
            <a:off x="4782155" y="861020"/>
            <a:ext cx="262759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Malgun Gothic"/>
              <a:buNone/>
            </a:pPr>
            <a:r>
              <a:rPr b="1" i="0" lang="en-US" sz="3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최상위 회로도</a:t>
            </a:r>
            <a:endParaRPr sz="3000"/>
          </a:p>
        </p:txBody>
      </p:sp>
      <p:sp>
        <p:nvSpPr>
          <p:cNvPr id="235" name="Google Shape;235;p11"/>
          <p:cNvSpPr/>
          <p:nvPr/>
        </p:nvSpPr>
        <p:spPr>
          <a:xfrm>
            <a:off x="812800" y="1546820"/>
            <a:ext cx="6085880" cy="4549180"/>
          </a:xfrm>
          <a:prstGeom prst="roundRect">
            <a:avLst>
              <a:gd fmla="val 2792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996950" y="1730970"/>
            <a:ext cx="5717580" cy="4180880"/>
          </a:xfrm>
          <a:prstGeom prst="roundRect">
            <a:avLst>
              <a:gd fmla="val 1974" name="adj"/>
            </a:avLst>
          </a:prstGeom>
          <a:solidFill>
            <a:srgbClr val="F6F9FF"/>
          </a:solidFill>
          <a:ln cap="flat" cmpd="sng" w="12700">
            <a:solidFill>
              <a:srgbClr val="8BB5F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2169349" y="3567410"/>
            <a:ext cx="3372683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3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[RTL 회로도: watch_stopwatch_top]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2312214" y="3861991"/>
            <a:ext cx="3087053" cy="2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8C8C8C"/>
                </a:solidFill>
                <a:latin typeface="Malgun Gothic"/>
                <a:ea typeface="Malgun Gothic"/>
                <a:cs typeface="Malgun Gothic"/>
                <a:sym typeface="Malgun Gothic"/>
              </a:rPr>
              <a:t>Open Elaborated Design › Schematic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7101880" y="1546820"/>
            <a:ext cx="4277320" cy="4549180"/>
          </a:xfrm>
          <a:prstGeom prst="roundRect">
            <a:avLst>
              <a:gd fmla="val 2969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40" name="Google Shape;240;p11"/>
          <p:cNvCxnSpPr/>
          <p:nvPr/>
        </p:nvCxnSpPr>
        <p:spPr>
          <a:xfrm>
            <a:off x="7330480" y="2375396"/>
            <a:ext cx="3820120" cy="0"/>
          </a:xfrm>
          <a:prstGeom prst="straightConnector1">
            <a:avLst/>
          </a:prstGeom>
          <a:noFill/>
          <a:ln cap="flat" cmpd="sng" w="9525">
            <a:solidFill>
              <a:srgbClr val="E3EB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" name="Google Shape;241;p11"/>
          <p:cNvSpPr/>
          <p:nvPr/>
        </p:nvSpPr>
        <p:spPr>
          <a:xfrm>
            <a:off x="7330480" y="1788120"/>
            <a:ext cx="279400" cy="279400"/>
          </a:xfrm>
          <a:custGeom>
            <a:rect b="b" l="l" r="r" t="t"/>
            <a:pathLst>
              <a:path extrusionOk="0" h="279400" w="279400">
                <a:moveTo>
                  <a:pt x="139700" y="0"/>
                </a:moveTo>
                <a:lnTo>
                  <a:pt x="139700" y="0"/>
                </a:lnTo>
                <a:cubicBezTo>
                  <a:pt x="176751" y="0"/>
                  <a:pt x="212284" y="14718"/>
                  <a:pt x="238483" y="40917"/>
                </a:cubicBezTo>
                <a:cubicBezTo>
                  <a:pt x="264682" y="67116"/>
                  <a:pt x="279400" y="102649"/>
                  <a:pt x="279400" y="139700"/>
                </a:cubicBezTo>
                <a:lnTo>
                  <a:pt x="279400" y="139700"/>
                </a:lnTo>
                <a:cubicBezTo>
                  <a:pt x="279400" y="216854"/>
                  <a:pt x="216854" y="279400"/>
                  <a:pt x="139700" y="279400"/>
                </a:cubicBezTo>
                <a:lnTo>
                  <a:pt x="139700" y="279400"/>
                </a:lnTo>
                <a:cubicBezTo>
                  <a:pt x="62546" y="279400"/>
                  <a:pt x="0" y="216854"/>
                  <a:pt x="0" y="139700"/>
                </a:cubicBezTo>
                <a:lnTo>
                  <a:pt x="0" y="139700"/>
                </a:lnTo>
                <a:cubicBezTo>
                  <a:pt x="0" y="62546"/>
                  <a:pt x="62546" y="0"/>
                  <a:pt x="139700" y="0"/>
                </a:cubicBezTo>
                <a:close/>
              </a:path>
            </a:pathLst>
          </a:custGeom>
          <a:solidFill>
            <a:srgbClr val="3A70F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7736880" y="1788120"/>
            <a:ext cx="3516132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3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디바운스 4개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7736880" y="2044601"/>
            <a:ext cx="3516132" cy="2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8C8C8C"/>
                </a:solidFill>
                <a:latin typeface="Malgun Gothic"/>
                <a:ea typeface="Malgun Gothic"/>
                <a:cs typeface="Malgun Gothic"/>
                <a:sym typeface="Malgun Gothic"/>
              </a:rPr>
              <a:t>버튼마다 button_debounce 1개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44" name="Google Shape;244;p11"/>
          <p:cNvCxnSpPr/>
          <p:nvPr/>
        </p:nvCxnSpPr>
        <p:spPr>
          <a:xfrm>
            <a:off x="7330480" y="3080147"/>
            <a:ext cx="3820120" cy="0"/>
          </a:xfrm>
          <a:prstGeom prst="straightConnector1">
            <a:avLst/>
          </a:prstGeom>
          <a:noFill/>
          <a:ln cap="flat" cmpd="sng" w="9525">
            <a:solidFill>
              <a:srgbClr val="E3EB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" name="Google Shape;245;p11"/>
          <p:cNvSpPr/>
          <p:nvPr/>
        </p:nvSpPr>
        <p:spPr>
          <a:xfrm>
            <a:off x="7330480" y="2492871"/>
            <a:ext cx="279400" cy="279400"/>
          </a:xfrm>
          <a:custGeom>
            <a:rect b="b" l="l" r="r" t="t"/>
            <a:pathLst>
              <a:path extrusionOk="0" h="279400" w="279400">
                <a:moveTo>
                  <a:pt x="139700" y="0"/>
                </a:moveTo>
                <a:lnTo>
                  <a:pt x="139700" y="0"/>
                </a:lnTo>
                <a:cubicBezTo>
                  <a:pt x="176751" y="0"/>
                  <a:pt x="212284" y="14718"/>
                  <a:pt x="238483" y="40917"/>
                </a:cubicBezTo>
                <a:cubicBezTo>
                  <a:pt x="264682" y="67116"/>
                  <a:pt x="279400" y="102649"/>
                  <a:pt x="279400" y="139700"/>
                </a:cubicBezTo>
                <a:lnTo>
                  <a:pt x="279400" y="139700"/>
                </a:lnTo>
                <a:cubicBezTo>
                  <a:pt x="279400" y="216854"/>
                  <a:pt x="216854" y="279400"/>
                  <a:pt x="139700" y="279400"/>
                </a:cubicBezTo>
                <a:lnTo>
                  <a:pt x="139700" y="279400"/>
                </a:lnTo>
                <a:cubicBezTo>
                  <a:pt x="62546" y="279400"/>
                  <a:pt x="0" y="216854"/>
                  <a:pt x="0" y="139700"/>
                </a:cubicBezTo>
                <a:lnTo>
                  <a:pt x="0" y="139700"/>
                </a:lnTo>
                <a:cubicBezTo>
                  <a:pt x="0" y="62546"/>
                  <a:pt x="62546" y="0"/>
                  <a:pt x="139700" y="0"/>
                </a:cubicBezTo>
                <a:close/>
              </a:path>
            </a:pathLst>
          </a:custGeom>
          <a:solidFill>
            <a:srgbClr val="3A70F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7736880" y="2492871"/>
            <a:ext cx="3516132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3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버튼 분배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7736880" y="2749352"/>
            <a:ext cx="3516132" cy="2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8C8C8C"/>
                </a:solidFill>
                <a:latin typeface="Malgun Gothic"/>
                <a:ea typeface="Malgun Gothic"/>
                <a:cs typeface="Malgun Gothic"/>
                <a:sym typeface="Malgun Gothic"/>
              </a:rPr>
              <a:t>AND 게이트 8개, SW1 · ~SW1로 분기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48" name="Google Shape;248;p11"/>
          <p:cNvCxnSpPr/>
          <p:nvPr/>
        </p:nvCxnSpPr>
        <p:spPr>
          <a:xfrm>
            <a:off x="7330480" y="3784898"/>
            <a:ext cx="3820120" cy="0"/>
          </a:xfrm>
          <a:prstGeom prst="straightConnector1">
            <a:avLst/>
          </a:prstGeom>
          <a:noFill/>
          <a:ln cap="flat" cmpd="sng" w="9525">
            <a:solidFill>
              <a:srgbClr val="E3EB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" name="Google Shape;249;p11"/>
          <p:cNvSpPr/>
          <p:nvPr/>
        </p:nvSpPr>
        <p:spPr>
          <a:xfrm>
            <a:off x="7330480" y="3197622"/>
            <a:ext cx="279400" cy="279400"/>
          </a:xfrm>
          <a:custGeom>
            <a:rect b="b" l="l" r="r" t="t"/>
            <a:pathLst>
              <a:path extrusionOk="0" h="279400" w="279400">
                <a:moveTo>
                  <a:pt x="139700" y="0"/>
                </a:moveTo>
                <a:lnTo>
                  <a:pt x="139700" y="0"/>
                </a:lnTo>
                <a:cubicBezTo>
                  <a:pt x="176751" y="0"/>
                  <a:pt x="212284" y="14718"/>
                  <a:pt x="238483" y="40917"/>
                </a:cubicBezTo>
                <a:cubicBezTo>
                  <a:pt x="264682" y="67116"/>
                  <a:pt x="279400" y="102649"/>
                  <a:pt x="279400" y="139700"/>
                </a:cubicBezTo>
                <a:lnTo>
                  <a:pt x="279400" y="139700"/>
                </a:lnTo>
                <a:cubicBezTo>
                  <a:pt x="279400" y="216854"/>
                  <a:pt x="216854" y="279400"/>
                  <a:pt x="139700" y="279400"/>
                </a:cubicBezTo>
                <a:lnTo>
                  <a:pt x="139700" y="279400"/>
                </a:lnTo>
                <a:cubicBezTo>
                  <a:pt x="62546" y="279400"/>
                  <a:pt x="0" y="216854"/>
                  <a:pt x="0" y="139700"/>
                </a:cubicBezTo>
                <a:lnTo>
                  <a:pt x="0" y="139700"/>
                </a:lnTo>
                <a:cubicBezTo>
                  <a:pt x="0" y="62546"/>
                  <a:pt x="62546" y="0"/>
                  <a:pt x="139700" y="0"/>
                </a:cubicBezTo>
                <a:close/>
              </a:path>
            </a:pathLst>
          </a:custGeom>
          <a:solidFill>
            <a:srgbClr val="3A70F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7736880" y="3197622"/>
            <a:ext cx="3516132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3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stopwatch | watch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7736880" y="3454102"/>
            <a:ext cx="3516132" cy="2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8C8C8C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스톱워치 · 시계 블록 간 연결 없음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7330480" y="3902373"/>
            <a:ext cx="279400" cy="279400"/>
          </a:xfrm>
          <a:custGeom>
            <a:rect b="b" l="l" r="r" t="t"/>
            <a:pathLst>
              <a:path extrusionOk="0" h="279400" w="279400">
                <a:moveTo>
                  <a:pt x="139700" y="0"/>
                </a:moveTo>
                <a:lnTo>
                  <a:pt x="139700" y="0"/>
                </a:lnTo>
                <a:cubicBezTo>
                  <a:pt x="176751" y="0"/>
                  <a:pt x="212284" y="14718"/>
                  <a:pt x="238483" y="40917"/>
                </a:cubicBezTo>
                <a:cubicBezTo>
                  <a:pt x="264682" y="67116"/>
                  <a:pt x="279400" y="102649"/>
                  <a:pt x="279400" y="139700"/>
                </a:cubicBezTo>
                <a:lnTo>
                  <a:pt x="279400" y="139700"/>
                </a:lnTo>
                <a:cubicBezTo>
                  <a:pt x="279400" y="216854"/>
                  <a:pt x="216854" y="279400"/>
                  <a:pt x="139700" y="279400"/>
                </a:cubicBezTo>
                <a:lnTo>
                  <a:pt x="139700" y="279400"/>
                </a:lnTo>
                <a:cubicBezTo>
                  <a:pt x="62546" y="279400"/>
                  <a:pt x="0" y="216854"/>
                  <a:pt x="0" y="139700"/>
                </a:cubicBezTo>
                <a:lnTo>
                  <a:pt x="0" y="139700"/>
                </a:lnTo>
                <a:cubicBezTo>
                  <a:pt x="0" y="62546"/>
                  <a:pt x="62546" y="0"/>
                  <a:pt x="139700" y="0"/>
                </a:cubicBezTo>
                <a:close/>
              </a:path>
            </a:pathLst>
          </a:custGeom>
          <a:solidFill>
            <a:srgbClr val="3A70F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7736880" y="3902373"/>
            <a:ext cx="3516132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3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출력 선택 MUX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7736880" y="4158853"/>
            <a:ext cx="3516132" cy="2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8C8C8C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 값 + selected_digit 전달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55" name="Google Shape;25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950" y="1750775"/>
            <a:ext cx="5717576" cy="418087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1"/>
          <p:cNvSpPr/>
          <p:nvPr/>
        </p:nvSpPr>
        <p:spPr>
          <a:xfrm>
            <a:off x="1224600" y="1973025"/>
            <a:ext cx="668100" cy="3445800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1533475" y="1730975"/>
            <a:ext cx="203962" cy="197676"/>
          </a:xfrm>
          <a:custGeom>
            <a:rect b="b" l="l" r="r" t="t"/>
            <a:pathLst>
              <a:path extrusionOk="0" h="279400" w="279400">
                <a:moveTo>
                  <a:pt x="139700" y="0"/>
                </a:moveTo>
                <a:lnTo>
                  <a:pt x="139700" y="0"/>
                </a:lnTo>
                <a:cubicBezTo>
                  <a:pt x="176751" y="0"/>
                  <a:pt x="212284" y="14718"/>
                  <a:pt x="238483" y="40917"/>
                </a:cubicBezTo>
                <a:cubicBezTo>
                  <a:pt x="264682" y="67116"/>
                  <a:pt x="279400" y="102649"/>
                  <a:pt x="279400" y="139700"/>
                </a:cubicBezTo>
                <a:lnTo>
                  <a:pt x="279400" y="139700"/>
                </a:lnTo>
                <a:cubicBezTo>
                  <a:pt x="279400" y="216854"/>
                  <a:pt x="216854" y="279400"/>
                  <a:pt x="139700" y="279400"/>
                </a:cubicBezTo>
                <a:lnTo>
                  <a:pt x="139700" y="279400"/>
                </a:lnTo>
                <a:cubicBezTo>
                  <a:pt x="62546" y="279400"/>
                  <a:pt x="0" y="216854"/>
                  <a:pt x="0" y="139700"/>
                </a:cubicBezTo>
                <a:lnTo>
                  <a:pt x="0" y="139700"/>
                </a:lnTo>
                <a:cubicBezTo>
                  <a:pt x="0" y="62546"/>
                  <a:pt x="62546" y="0"/>
                  <a:pt x="139700" y="0"/>
                </a:cubicBezTo>
                <a:close/>
              </a:path>
            </a:pathLst>
          </a:custGeom>
          <a:solidFill>
            <a:srgbClr val="3A70F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2218425" y="2981313"/>
            <a:ext cx="203962" cy="197676"/>
          </a:xfrm>
          <a:custGeom>
            <a:rect b="b" l="l" r="r" t="t"/>
            <a:pathLst>
              <a:path extrusionOk="0" h="279400" w="279400">
                <a:moveTo>
                  <a:pt x="139700" y="0"/>
                </a:moveTo>
                <a:lnTo>
                  <a:pt x="139700" y="0"/>
                </a:lnTo>
                <a:cubicBezTo>
                  <a:pt x="176751" y="0"/>
                  <a:pt x="212284" y="14718"/>
                  <a:pt x="238483" y="40917"/>
                </a:cubicBezTo>
                <a:cubicBezTo>
                  <a:pt x="264682" y="67116"/>
                  <a:pt x="279400" y="102649"/>
                  <a:pt x="279400" y="139700"/>
                </a:cubicBezTo>
                <a:lnTo>
                  <a:pt x="279400" y="139700"/>
                </a:lnTo>
                <a:cubicBezTo>
                  <a:pt x="279400" y="216854"/>
                  <a:pt x="216854" y="279400"/>
                  <a:pt x="139700" y="279400"/>
                </a:cubicBezTo>
                <a:lnTo>
                  <a:pt x="139700" y="279400"/>
                </a:lnTo>
                <a:cubicBezTo>
                  <a:pt x="62546" y="279400"/>
                  <a:pt x="0" y="216854"/>
                  <a:pt x="0" y="139700"/>
                </a:cubicBezTo>
                <a:lnTo>
                  <a:pt x="0" y="139700"/>
                </a:lnTo>
                <a:cubicBezTo>
                  <a:pt x="0" y="62546"/>
                  <a:pt x="62546" y="0"/>
                  <a:pt x="139700" y="0"/>
                </a:cubicBezTo>
                <a:close/>
              </a:path>
            </a:pathLst>
          </a:custGeom>
          <a:solidFill>
            <a:srgbClr val="3A70F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3753775" y="2201625"/>
            <a:ext cx="203962" cy="197676"/>
          </a:xfrm>
          <a:custGeom>
            <a:rect b="b" l="l" r="r" t="t"/>
            <a:pathLst>
              <a:path extrusionOk="0" h="279400" w="279400">
                <a:moveTo>
                  <a:pt x="139700" y="0"/>
                </a:moveTo>
                <a:lnTo>
                  <a:pt x="139700" y="0"/>
                </a:lnTo>
                <a:cubicBezTo>
                  <a:pt x="176751" y="0"/>
                  <a:pt x="212284" y="14718"/>
                  <a:pt x="238483" y="40917"/>
                </a:cubicBezTo>
                <a:cubicBezTo>
                  <a:pt x="264682" y="67116"/>
                  <a:pt x="279400" y="102649"/>
                  <a:pt x="279400" y="139700"/>
                </a:cubicBezTo>
                <a:lnTo>
                  <a:pt x="279400" y="139700"/>
                </a:lnTo>
                <a:cubicBezTo>
                  <a:pt x="279400" y="216854"/>
                  <a:pt x="216854" y="279400"/>
                  <a:pt x="139700" y="279400"/>
                </a:cubicBezTo>
                <a:lnTo>
                  <a:pt x="139700" y="279400"/>
                </a:lnTo>
                <a:cubicBezTo>
                  <a:pt x="62546" y="279400"/>
                  <a:pt x="0" y="216854"/>
                  <a:pt x="0" y="139700"/>
                </a:cubicBezTo>
                <a:lnTo>
                  <a:pt x="0" y="139700"/>
                </a:lnTo>
                <a:cubicBezTo>
                  <a:pt x="0" y="62546"/>
                  <a:pt x="62546" y="0"/>
                  <a:pt x="139700" y="0"/>
                </a:cubicBezTo>
                <a:close/>
              </a:path>
            </a:pathLst>
          </a:custGeom>
          <a:solidFill>
            <a:srgbClr val="3A70F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5219225" y="2375401"/>
            <a:ext cx="203962" cy="197676"/>
          </a:xfrm>
          <a:custGeom>
            <a:rect b="b" l="l" r="r" t="t"/>
            <a:pathLst>
              <a:path extrusionOk="0" h="279400" w="279400">
                <a:moveTo>
                  <a:pt x="139700" y="0"/>
                </a:moveTo>
                <a:lnTo>
                  <a:pt x="139700" y="0"/>
                </a:lnTo>
                <a:cubicBezTo>
                  <a:pt x="176751" y="0"/>
                  <a:pt x="212284" y="14718"/>
                  <a:pt x="238483" y="40917"/>
                </a:cubicBezTo>
                <a:cubicBezTo>
                  <a:pt x="264682" y="67116"/>
                  <a:pt x="279400" y="102649"/>
                  <a:pt x="279400" y="139700"/>
                </a:cubicBezTo>
                <a:lnTo>
                  <a:pt x="279400" y="139700"/>
                </a:lnTo>
                <a:cubicBezTo>
                  <a:pt x="279400" y="216854"/>
                  <a:pt x="216854" y="279400"/>
                  <a:pt x="139700" y="279400"/>
                </a:cubicBezTo>
                <a:lnTo>
                  <a:pt x="139700" y="279400"/>
                </a:lnTo>
                <a:cubicBezTo>
                  <a:pt x="62546" y="279400"/>
                  <a:pt x="0" y="216854"/>
                  <a:pt x="0" y="139700"/>
                </a:cubicBezTo>
                <a:lnTo>
                  <a:pt x="0" y="139700"/>
                </a:lnTo>
                <a:cubicBezTo>
                  <a:pt x="0" y="62546"/>
                  <a:pt x="62546" y="0"/>
                  <a:pt x="139700" y="0"/>
                </a:cubicBezTo>
                <a:close/>
              </a:path>
            </a:pathLst>
          </a:custGeom>
          <a:solidFill>
            <a:srgbClr val="3A70F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2016325" y="3261525"/>
            <a:ext cx="668100" cy="1470000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2969950" y="2492875"/>
            <a:ext cx="1691400" cy="1369200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2969950" y="4048600"/>
            <a:ext cx="1691400" cy="1416900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64" name="Google Shape;264;p11"/>
          <p:cNvCxnSpPr/>
          <p:nvPr/>
        </p:nvCxnSpPr>
        <p:spPr>
          <a:xfrm>
            <a:off x="7330480" y="4489648"/>
            <a:ext cx="3820200" cy="0"/>
          </a:xfrm>
          <a:prstGeom prst="straightConnector1">
            <a:avLst/>
          </a:prstGeom>
          <a:noFill/>
          <a:ln cap="flat" cmpd="sng" w="9525">
            <a:solidFill>
              <a:srgbClr val="E3EB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5" name="Google Shape;265;p11"/>
          <p:cNvSpPr/>
          <p:nvPr/>
        </p:nvSpPr>
        <p:spPr>
          <a:xfrm>
            <a:off x="7330480" y="4607123"/>
            <a:ext cx="279400" cy="279400"/>
          </a:xfrm>
          <a:custGeom>
            <a:rect b="b" l="l" r="r" t="t"/>
            <a:pathLst>
              <a:path extrusionOk="0" h="279400" w="279400">
                <a:moveTo>
                  <a:pt x="139700" y="0"/>
                </a:moveTo>
                <a:lnTo>
                  <a:pt x="139700" y="0"/>
                </a:lnTo>
                <a:cubicBezTo>
                  <a:pt x="176751" y="0"/>
                  <a:pt x="212284" y="14718"/>
                  <a:pt x="238483" y="40917"/>
                </a:cubicBezTo>
                <a:cubicBezTo>
                  <a:pt x="264682" y="67116"/>
                  <a:pt x="279400" y="102649"/>
                  <a:pt x="279400" y="139700"/>
                </a:cubicBezTo>
                <a:lnTo>
                  <a:pt x="279400" y="139700"/>
                </a:lnTo>
                <a:cubicBezTo>
                  <a:pt x="279400" y="216854"/>
                  <a:pt x="216854" y="279400"/>
                  <a:pt x="139700" y="279400"/>
                </a:cubicBezTo>
                <a:lnTo>
                  <a:pt x="139700" y="279400"/>
                </a:lnTo>
                <a:cubicBezTo>
                  <a:pt x="62546" y="279400"/>
                  <a:pt x="0" y="216854"/>
                  <a:pt x="0" y="139700"/>
                </a:cubicBezTo>
                <a:lnTo>
                  <a:pt x="0" y="139700"/>
                </a:lnTo>
                <a:cubicBezTo>
                  <a:pt x="0" y="62546"/>
                  <a:pt x="62546" y="0"/>
                  <a:pt x="139700" y="0"/>
                </a:cubicBezTo>
                <a:close/>
              </a:path>
            </a:pathLst>
          </a:custGeom>
          <a:solidFill>
            <a:srgbClr val="3A70F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7736880" y="4607123"/>
            <a:ext cx="35160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3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7 segements 출력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7736880" y="4863603"/>
            <a:ext cx="3516000" cy="2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8C8C8C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 값 + selected_digit 전달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4853250" y="2652725"/>
            <a:ext cx="807300" cy="1569900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5795475" y="3454100"/>
            <a:ext cx="969900" cy="1728300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6178450" y="3197626"/>
            <a:ext cx="203962" cy="197676"/>
          </a:xfrm>
          <a:custGeom>
            <a:rect b="b" l="l" r="r" t="t"/>
            <a:pathLst>
              <a:path extrusionOk="0" h="279400" w="279400">
                <a:moveTo>
                  <a:pt x="139700" y="0"/>
                </a:moveTo>
                <a:lnTo>
                  <a:pt x="139700" y="0"/>
                </a:lnTo>
                <a:cubicBezTo>
                  <a:pt x="176751" y="0"/>
                  <a:pt x="212284" y="14718"/>
                  <a:pt x="238483" y="40917"/>
                </a:cubicBezTo>
                <a:cubicBezTo>
                  <a:pt x="264682" y="67116"/>
                  <a:pt x="279400" y="102649"/>
                  <a:pt x="279400" y="139700"/>
                </a:cubicBezTo>
                <a:lnTo>
                  <a:pt x="279400" y="139700"/>
                </a:lnTo>
                <a:cubicBezTo>
                  <a:pt x="279400" y="216854"/>
                  <a:pt x="216854" y="279400"/>
                  <a:pt x="139700" y="279400"/>
                </a:cubicBezTo>
                <a:lnTo>
                  <a:pt x="139700" y="279400"/>
                </a:lnTo>
                <a:cubicBezTo>
                  <a:pt x="62546" y="279400"/>
                  <a:pt x="0" y="216854"/>
                  <a:pt x="0" y="139700"/>
                </a:cubicBezTo>
                <a:lnTo>
                  <a:pt x="0" y="139700"/>
                </a:lnTo>
                <a:cubicBezTo>
                  <a:pt x="0" y="62546"/>
                  <a:pt x="62546" y="0"/>
                  <a:pt x="139700" y="0"/>
                </a:cubicBezTo>
                <a:close/>
              </a:path>
            </a:pathLst>
          </a:custGeom>
          <a:solidFill>
            <a:srgbClr val="3A70F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B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h698aa550adcc4187_1_68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3EBFF"/>
              </a:gs>
              <a:gs pos="100000">
                <a:srgbClr val="F6F9FF"/>
              </a:gs>
            </a:gsLst>
            <a:lin ang="419989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7" name="Google Shape;277;h698aa550adcc4187_1_684"/>
          <p:cNvSpPr txBox="1"/>
          <p:nvPr>
            <p:ph type="title"/>
          </p:nvPr>
        </p:nvSpPr>
        <p:spPr>
          <a:xfrm>
            <a:off x="4782155" y="861020"/>
            <a:ext cx="2627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Malgun Gothic"/>
              <a:buNone/>
            </a:pPr>
            <a:r>
              <a:rPr b="1" i="0" lang="en-US" sz="3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버튼 디바운스</a:t>
            </a:r>
            <a:endParaRPr sz="3000"/>
          </a:p>
        </p:txBody>
      </p:sp>
      <p:sp>
        <p:nvSpPr>
          <p:cNvPr id="278" name="Google Shape;278;h698aa550adcc4187_1_684"/>
          <p:cNvSpPr/>
          <p:nvPr/>
        </p:nvSpPr>
        <p:spPr>
          <a:xfrm>
            <a:off x="812800" y="1496020"/>
            <a:ext cx="10566300" cy="3929400"/>
          </a:xfrm>
          <a:prstGeom prst="roundRect">
            <a:avLst>
              <a:gd fmla="val 3232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9" name="Google Shape;279;h698aa550adcc4187_1_684"/>
          <p:cNvSpPr/>
          <p:nvPr/>
        </p:nvSpPr>
        <p:spPr>
          <a:xfrm>
            <a:off x="1041400" y="1673820"/>
            <a:ext cx="104124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71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124"/>
              <a:buFont typeface="Malgun Gothic"/>
              <a:buNone/>
            </a:pPr>
            <a:r>
              <a:rPr b="1" i="0" lang="en-US" sz="1124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입력이 8회 연속 HIGH로 샘플링되면 한 번의 버튼 이벤트를 만든다</a:t>
            </a:r>
            <a:endParaRPr b="0" i="0" sz="1124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button_debounce 내부 구조" id="280" name="Google Shape;280;h698aa550adcc4187_1_684"/>
          <p:cNvPicPr preferRelativeResize="0"/>
          <p:nvPr/>
        </p:nvPicPr>
        <p:blipFill rotWithShape="1">
          <a:blip r:embed="rId3">
            <a:alphaModFix/>
          </a:blip>
          <a:srcRect b="-587" l="0" r="0" t="-587"/>
          <a:stretch/>
        </p:blipFill>
        <p:spPr>
          <a:xfrm>
            <a:off x="1041400" y="1945680"/>
            <a:ext cx="10210801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h698aa550adcc4187_1_684"/>
          <p:cNvSpPr/>
          <p:nvPr/>
        </p:nvSpPr>
        <p:spPr>
          <a:xfrm>
            <a:off x="812800" y="5603280"/>
            <a:ext cx="5207100" cy="492600"/>
          </a:xfrm>
          <a:prstGeom prst="roundRect">
            <a:avLst>
              <a:gd fmla="val 20620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5400000" dist="50800">
              <a:srgbClr val="3A70FC">
                <a:alpha val="7843"/>
              </a:srgbClr>
            </a:outerShdw>
          </a:effectLst>
        </p:spPr>
        <p:txBody>
          <a:bodyPr anchorCtr="0" anchor="t" bIns="84525" lIns="173425" spcFirstLastPara="1" rIns="29400" wrap="square" tIns="109925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샘플 주기</a:t>
            </a:r>
            <a:r>
              <a:rPr b="0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 1 MHz 샘플: 1 µs 간격 · 기본 clk 100 MHz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2" name="Google Shape;282;h698aa550adcc4187_1_684"/>
          <p:cNvSpPr/>
          <p:nvPr/>
        </p:nvSpPr>
        <p:spPr>
          <a:xfrm>
            <a:off x="6172200" y="5603280"/>
            <a:ext cx="5207100" cy="492600"/>
          </a:xfrm>
          <a:prstGeom prst="roundRect">
            <a:avLst>
              <a:gd fmla="val 20620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5400000" dist="50800">
              <a:srgbClr val="3A70FC">
                <a:alpha val="7843"/>
              </a:srgbClr>
            </a:outerShdw>
          </a:effectLst>
        </p:spPr>
        <p:txBody>
          <a:bodyPr anchorCtr="0" anchor="t" bIns="84525" lIns="173425" spcFirstLastPara="1" rIns="29400" wrap="square" tIns="109925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출력</a:t>
            </a:r>
            <a:r>
              <a:rPr b="0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 8회 연속 HIGH 확인 → 상승 에지에서 1 clk 폭 펄스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BFF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3EBFF"/>
              </a:gs>
              <a:gs pos="100000">
                <a:srgbClr val="F6F9FF"/>
              </a:gs>
            </a:gsLst>
            <a:lin ang="4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393700" y="1727050"/>
            <a:ext cx="5739900" cy="3732000"/>
          </a:xfrm>
          <a:prstGeom prst="roundRect">
            <a:avLst>
              <a:gd fmla="val 3232" name="adj"/>
            </a:avLst>
          </a:prstGeom>
          <a:solidFill>
            <a:srgbClr val="FFFFFF"/>
          </a:solidFill>
          <a:ln>
            <a:noFill/>
          </a:ln>
          <a:effectLst>
            <a:outerShdw blurRad="185177" rotWithShape="0" algn="bl" dir="5400000" dist="55553">
              <a:srgbClr val="3A70FC">
                <a:alpha val="10196"/>
              </a:srgbClr>
            </a:outerShdw>
          </a:effectLst>
        </p:spPr>
        <p:txBody>
          <a:bodyPr anchorCtr="0" anchor="ctr" bIns="66650" lIns="66650" spcFirstLastPara="1" rIns="66650" wrap="square" tIns="66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6290675" y="1727050"/>
            <a:ext cx="5563500" cy="3732000"/>
          </a:xfrm>
          <a:prstGeom prst="roundRect">
            <a:avLst>
              <a:gd fmla="val 3211" name="adj"/>
            </a:avLst>
          </a:prstGeom>
          <a:solidFill>
            <a:srgbClr val="FFFFFF"/>
          </a:solidFill>
          <a:ln>
            <a:noFill/>
          </a:ln>
          <a:effectLst>
            <a:outerShdw blurRad="216390" rotWithShape="0" algn="bl" dir="5400000" dist="64917">
              <a:srgbClr val="3A70FC">
                <a:alpha val="10196"/>
              </a:srgbClr>
            </a:outerShdw>
          </a:effectLst>
        </p:spPr>
        <p:txBody>
          <a:bodyPr anchorCtr="0" anchor="ctr" bIns="77900" lIns="77900" spcFirstLastPara="1" rIns="77900" wrap="square" tIns="77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6379625" y="4438350"/>
            <a:ext cx="5385600" cy="743400"/>
          </a:xfrm>
          <a:prstGeom prst="roundRect">
            <a:avLst>
              <a:gd fmla="val 21741" name="adj"/>
            </a:avLst>
          </a:prstGeom>
          <a:solidFill>
            <a:srgbClr val="FFFFFF"/>
          </a:solidFill>
          <a:ln>
            <a:noFill/>
          </a:ln>
          <a:effectLst>
            <a:outerShdw blurRad="129834" rotWithShape="0" algn="bl" dir="5400000" dist="43278">
              <a:srgbClr val="3A70FC">
                <a:alpha val="7843"/>
              </a:srgbClr>
            </a:outerShdw>
          </a:effectLst>
        </p:spPr>
        <p:txBody>
          <a:bodyPr anchorCtr="0" anchor="t" bIns="61200" lIns="147750" spcFirstLastPara="1" rIns="147750" wrap="square" tIns="82825">
            <a:no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022"/>
              <a:buFont typeface="Malgun Gothic"/>
              <a:buNone/>
            </a:pPr>
            <a:r>
              <a:rPr b="1" i="0" lang="en-US" sz="14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R</a:t>
            </a:r>
            <a:r>
              <a:rPr b="0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 실행 · 정지 </a:t>
            </a:r>
            <a:r>
              <a:rPr b="1" i="0" lang="en-US" sz="14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r>
              <a:rPr b="0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 초기화 </a:t>
            </a:r>
            <a:r>
              <a:rPr b="1" i="0" lang="en-US" sz="14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M</a:t>
            </a:r>
            <a:r>
              <a:rPr b="0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 방향 변경 </a:t>
            </a:r>
            <a:r>
              <a:rPr b="1" i="0" lang="en-US" sz="14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D</a:t>
            </a:r>
            <a:r>
              <a:rPr b="0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 랩 저장 · 나머지 입력은 현재 상태 유지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스톱워치 상태 전이도" id="292" name="Google Shape;292;p12"/>
          <p:cNvPicPr preferRelativeResize="0"/>
          <p:nvPr/>
        </p:nvPicPr>
        <p:blipFill rotWithShape="1">
          <a:blip r:embed="rId3">
            <a:alphaModFix/>
          </a:blip>
          <a:srcRect b="-140" l="0" r="0" t="-140"/>
          <a:stretch/>
        </p:blipFill>
        <p:spPr>
          <a:xfrm>
            <a:off x="6423425" y="1911950"/>
            <a:ext cx="5200450" cy="232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2"/>
          <p:cNvSpPr txBox="1"/>
          <p:nvPr>
            <p:ph type="title"/>
          </p:nvPr>
        </p:nvSpPr>
        <p:spPr>
          <a:xfrm>
            <a:off x="4309705" y="861020"/>
            <a:ext cx="3572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Malgun Gothic"/>
              <a:buNone/>
            </a:pPr>
            <a:r>
              <a:rPr b="1" i="0" lang="en-US" sz="3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스톱워치 제어 유닛</a:t>
            </a:r>
            <a:endParaRPr sz="3000"/>
          </a:p>
        </p:txBody>
      </p:sp>
      <p:pic>
        <p:nvPicPr>
          <p:cNvPr descr="스톱워치 제어 유닛 구조" id="294" name="Google Shape;294;p12"/>
          <p:cNvPicPr preferRelativeResize="0"/>
          <p:nvPr/>
        </p:nvPicPr>
        <p:blipFill rotWithShape="1">
          <a:blip r:embed="rId4">
            <a:alphaModFix/>
          </a:blip>
          <a:srcRect b="0" l="-7577" r="-7577" t="0"/>
          <a:stretch/>
        </p:blipFill>
        <p:spPr>
          <a:xfrm>
            <a:off x="214300" y="1842200"/>
            <a:ext cx="7233275" cy="219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2"/>
          <p:cNvSpPr/>
          <p:nvPr/>
        </p:nvSpPr>
        <p:spPr>
          <a:xfrm>
            <a:off x="660100" y="4148355"/>
            <a:ext cx="5207100" cy="492600"/>
          </a:xfrm>
          <a:prstGeom prst="roundRect">
            <a:avLst>
              <a:gd fmla="val 20620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5400000" dist="50800">
              <a:srgbClr val="3A70FC">
                <a:alpha val="7843"/>
              </a:srgbClr>
            </a:outerShdw>
          </a:effectLst>
        </p:spPr>
        <p:txBody>
          <a:bodyPr anchorCtr="0" anchor="t" bIns="84525" lIns="173425" spcFirstLastPara="1" rIns="29400" wrap="square" tIns="109925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Moore</a:t>
            </a:r>
            <a:r>
              <a:rPr b="0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 run_stop · clear · laptime ← 현재 상태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660100" y="4747905"/>
            <a:ext cx="5207100" cy="492600"/>
          </a:xfrm>
          <a:prstGeom prst="roundRect">
            <a:avLst>
              <a:gd fmla="val 20620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5400000" dist="50800">
              <a:srgbClr val="3A70FC">
                <a:alpha val="7843"/>
              </a:srgbClr>
            </a:outerShdw>
          </a:effectLst>
        </p:spPr>
        <p:txBody>
          <a:bodyPr anchorCtr="0" anchor="t" bIns="84525" lIns="173425" spcFirstLastPara="1" rIns="29400" wrap="square" tIns="109925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Mealy</a:t>
            </a:r>
            <a:r>
              <a:rPr b="0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 lap_cap = (RUN | LAPTIME) &amp; !R &amp; D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BFF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h698aa550adcc4187_1_7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3EBFF"/>
              </a:gs>
              <a:gs pos="100000">
                <a:srgbClr val="F6F9FF"/>
              </a:gs>
            </a:gsLst>
            <a:lin ang="419989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3" name="Google Shape;303;h698aa550adcc4187_1_730"/>
          <p:cNvSpPr/>
          <p:nvPr/>
        </p:nvSpPr>
        <p:spPr>
          <a:xfrm>
            <a:off x="393700" y="1727050"/>
            <a:ext cx="5739900" cy="3732000"/>
          </a:xfrm>
          <a:prstGeom prst="roundRect">
            <a:avLst>
              <a:gd fmla="val 3232" name="adj"/>
            </a:avLst>
          </a:prstGeom>
          <a:solidFill>
            <a:srgbClr val="FFFFFF"/>
          </a:solidFill>
          <a:ln>
            <a:noFill/>
          </a:ln>
          <a:effectLst>
            <a:outerShdw blurRad="185177" rotWithShape="0" algn="bl" dir="5400000" dist="55553">
              <a:srgbClr val="3A70FC">
                <a:alpha val="10196"/>
              </a:srgbClr>
            </a:outerShdw>
          </a:effectLst>
        </p:spPr>
        <p:txBody>
          <a:bodyPr anchorCtr="0" anchor="ctr" bIns="66650" lIns="66650" spcFirstLastPara="1" rIns="66650" wrap="square" tIns="66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4" name="Google Shape;304;h698aa550adcc4187_1_730"/>
          <p:cNvSpPr/>
          <p:nvPr/>
        </p:nvSpPr>
        <p:spPr>
          <a:xfrm>
            <a:off x="6290675" y="1727050"/>
            <a:ext cx="5563500" cy="3732000"/>
          </a:xfrm>
          <a:prstGeom prst="roundRect">
            <a:avLst>
              <a:gd fmla="val 3211" name="adj"/>
            </a:avLst>
          </a:prstGeom>
          <a:solidFill>
            <a:srgbClr val="FFFFFF"/>
          </a:solidFill>
          <a:ln>
            <a:noFill/>
          </a:ln>
          <a:effectLst>
            <a:outerShdw blurRad="216390" rotWithShape="0" algn="bl" dir="5400000" dist="64917">
              <a:srgbClr val="3A70FC">
                <a:alpha val="10196"/>
              </a:srgbClr>
            </a:outerShdw>
          </a:effectLst>
        </p:spPr>
        <p:txBody>
          <a:bodyPr anchorCtr="0" anchor="ctr" bIns="77900" lIns="77900" spcFirstLastPara="1" rIns="77900" wrap="square" tIns="77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시계 수정 상태 전이도" id="305" name="Google Shape;305;h698aa550adcc4187_1_730"/>
          <p:cNvPicPr preferRelativeResize="0"/>
          <p:nvPr/>
        </p:nvPicPr>
        <p:blipFill rotWithShape="1">
          <a:blip r:embed="rId3">
            <a:alphaModFix/>
          </a:blip>
          <a:srcRect b="0" l="-16302" r="-5813" t="0"/>
          <a:stretch/>
        </p:blipFill>
        <p:spPr>
          <a:xfrm>
            <a:off x="5391150" y="1945725"/>
            <a:ext cx="6507781" cy="2306151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h698aa550adcc4187_1_730"/>
          <p:cNvSpPr/>
          <p:nvPr/>
        </p:nvSpPr>
        <p:spPr>
          <a:xfrm>
            <a:off x="6382325" y="4539875"/>
            <a:ext cx="5380200" cy="809400"/>
          </a:xfrm>
          <a:prstGeom prst="roundRect">
            <a:avLst>
              <a:gd fmla="val 21622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5400000" dist="50800">
              <a:srgbClr val="3A70FC">
                <a:alpha val="7843"/>
              </a:srgbClr>
            </a:outerShdw>
          </a:effectLst>
        </p:spPr>
        <p:txBody>
          <a:bodyPr anchorCtr="0" anchor="t" bIns="71825" lIns="173425" spcFirstLastPara="1" rIns="173425" wrap="square" tIns="97225">
            <a:no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2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digit은 SW2=1 기준 · R / L 동시 입력 시 </a:t>
            </a:r>
            <a:r>
              <a:rPr b="1" i="0" lang="en-US" sz="14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R 우선</a:t>
            </a:r>
            <a:r>
              <a:rPr b="0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 · </a:t>
            </a:r>
            <a:endParaRPr b="0" i="0" sz="1400" u="none" cap="none" strike="noStrike">
              <a:solidFill>
                <a:srgbClr val="282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2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U / D는 자리를 바꾸지 않음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시계 제어 유닛 구조" id="307" name="Google Shape;307;h698aa550adcc4187_1_730"/>
          <p:cNvPicPr preferRelativeResize="0"/>
          <p:nvPr/>
        </p:nvPicPr>
        <p:blipFill rotWithShape="1">
          <a:blip r:embed="rId4">
            <a:alphaModFix/>
          </a:blip>
          <a:srcRect b="0" l="-6664" r="-6664" t="0"/>
          <a:stretch/>
        </p:blipFill>
        <p:spPr>
          <a:xfrm>
            <a:off x="172650" y="1915450"/>
            <a:ext cx="6644910" cy="2052724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h698aa550adcc4187_1_730"/>
          <p:cNvSpPr/>
          <p:nvPr/>
        </p:nvSpPr>
        <p:spPr>
          <a:xfrm>
            <a:off x="660100" y="4251875"/>
            <a:ext cx="5207100" cy="495300"/>
          </a:xfrm>
          <a:prstGeom prst="roundRect">
            <a:avLst>
              <a:gd fmla="val 20513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5400000" dist="50800">
              <a:srgbClr val="3A70FC">
                <a:alpha val="7843"/>
              </a:srgbClr>
            </a:outerShdw>
          </a:effectLst>
        </p:spPr>
        <p:txBody>
          <a:bodyPr anchorCtr="0" anchor="t" bIns="87100" lIns="173425" spcFirstLastPara="1" rIns="29400" wrap="square" tIns="109925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Mealy</a:t>
            </a:r>
            <a:r>
              <a:rPr b="0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 selected_digit ← 상태 + SW2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9" name="Google Shape;309;h698aa550adcc4187_1_730"/>
          <p:cNvSpPr/>
          <p:nvPr/>
        </p:nvSpPr>
        <p:spPr>
          <a:xfrm>
            <a:off x="660100" y="4853875"/>
            <a:ext cx="5207100" cy="495300"/>
          </a:xfrm>
          <a:prstGeom prst="roundRect">
            <a:avLst>
              <a:gd fmla="val 20513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5400000" dist="50800">
              <a:srgbClr val="3A70FC">
                <a:alpha val="7843"/>
              </a:srgbClr>
            </a:outerShdw>
          </a:effectLst>
        </p:spPr>
        <p:txBody>
          <a:bodyPr anchorCtr="0" anchor="t" bIns="87100" lIns="173425" spcFirstLastPara="1" rIns="29400" wrap="square" tIns="109925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연결</a:t>
            </a:r>
            <a:r>
              <a:rPr b="0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 run_stop → 데이터패스의 edit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0" name="Google Shape;310;h698aa550adcc4187_1_730"/>
          <p:cNvSpPr txBox="1"/>
          <p:nvPr>
            <p:ph type="title"/>
          </p:nvPr>
        </p:nvSpPr>
        <p:spPr>
          <a:xfrm>
            <a:off x="4730244" y="861020"/>
            <a:ext cx="27315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Malgun Gothic"/>
              <a:buNone/>
            </a:pPr>
            <a:r>
              <a:rPr b="1" i="0" lang="en-US" sz="3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시계 제어 유닛</a:t>
            </a:r>
            <a:endParaRPr sz="3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BFF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h11fd891a5912f5fd_0_71"/>
          <p:cNvSpPr/>
          <p:nvPr/>
        </p:nvSpPr>
        <p:spPr>
          <a:xfrm>
            <a:off x="-50" y="0"/>
            <a:ext cx="12192000" cy="6858000"/>
          </a:xfrm>
          <a:prstGeom prst="rect">
            <a:avLst/>
          </a:prstGeom>
          <a:gradFill>
            <a:gsLst>
              <a:gs pos="0">
                <a:srgbClr val="E3EBFF"/>
              </a:gs>
              <a:gs pos="100000">
                <a:srgbClr val="F6F9FF"/>
              </a:gs>
            </a:gsLst>
            <a:lin ang="419989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7" name="Google Shape;317;h11fd891a5912f5fd_0_71"/>
          <p:cNvSpPr txBox="1"/>
          <p:nvPr>
            <p:ph type="title"/>
          </p:nvPr>
        </p:nvSpPr>
        <p:spPr>
          <a:xfrm>
            <a:off x="3103483" y="861020"/>
            <a:ext cx="59850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Malgun Gothic"/>
              <a:buNone/>
            </a:pPr>
            <a:r>
              <a:rPr b="1" i="0" lang="en-US" sz="3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stopwatch_datapath</a:t>
            </a:r>
            <a:endParaRPr sz="3000"/>
          </a:p>
        </p:txBody>
      </p:sp>
      <p:sp>
        <p:nvSpPr>
          <p:cNvPr id="318" name="Google Shape;318;h11fd891a5912f5fd_0_71"/>
          <p:cNvSpPr/>
          <p:nvPr/>
        </p:nvSpPr>
        <p:spPr>
          <a:xfrm>
            <a:off x="170813" y="1793100"/>
            <a:ext cx="11850300" cy="896100"/>
          </a:xfrm>
          <a:prstGeom prst="roundRect">
            <a:avLst>
              <a:gd fmla="val 2969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9" name="Google Shape;319;h11fd891a5912f5fd_0_71"/>
          <p:cNvSpPr/>
          <p:nvPr/>
        </p:nvSpPr>
        <p:spPr>
          <a:xfrm>
            <a:off x="400754" y="1997580"/>
            <a:ext cx="280797" cy="236792"/>
          </a:xfrm>
          <a:custGeom>
            <a:rect b="b" l="l" r="r" t="t"/>
            <a:pathLst>
              <a:path extrusionOk="0" h="279400" w="279400">
                <a:moveTo>
                  <a:pt x="139700" y="0"/>
                </a:moveTo>
                <a:lnTo>
                  <a:pt x="139700" y="0"/>
                </a:lnTo>
                <a:cubicBezTo>
                  <a:pt x="176751" y="0"/>
                  <a:pt x="212284" y="14718"/>
                  <a:pt x="238483" y="40917"/>
                </a:cubicBezTo>
                <a:cubicBezTo>
                  <a:pt x="264682" y="67116"/>
                  <a:pt x="279400" y="102649"/>
                  <a:pt x="279400" y="139700"/>
                </a:cubicBezTo>
                <a:lnTo>
                  <a:pt x="279400" y="139700"/>
                </a:lnTo>
                <a:cubicBezTo>
                  <a:pt x="279400" y="216854"/>
                  <a:pt x="216854" y="279400"/>
                  <a:pt x="139700" y="279400"/>
                </a:cubicBezTo>
                <a:lnTo>
                  <a:pt x="139700" y="279400"/>
                </a:lnTo>
                <a:cubicBezTo>
                  <a:pt x="62546" y="279400"/>
                  <a:pt x="0" y="216854"/>
                  <a:pt x="0" y="139700"/>
                </a:cubicBezTo>
                <a:lnTo>
                  <a:pt x="0" y="139700"/>
                </a:lnTo>
                <a:cubicBezTo>
                  <a:pt x="0" y="62546"/>
                  <a:pt x="62546" y="0"/>
                  <a:pt x="139700" y="0"/>
                </a:cubicBezTo>
                <a:close/>
              </a:path>
            </a:pathLst>
          </a:custGeom>
          <a:solidFill>
            <a:srgbClr val="3A70F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0" name="Google Shape;320;h11fd891a5912f5fd_0_71"/>
          <p:cNvSpPr/>
          <p:nvPr/>
        </p:nvSpPr>
        <p:spPr>
          <a:xfrm>
            <a:off x="809471" y="1997580"/>
            <a:ext cx="3536100" cy="2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3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tick 연결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1" name="Google Shape;321;h11fd891a5912f5fd_0_71"/>
          <p:cNvSpPr/>
          <p:nvPr/>
        </p:nvSpPr>
        <p:spPr>
          <a:xfrm>
            <a:off x="809471" y="2214922"/>
            <a:ext cx="35361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8C8C8C"/>
                </a:solidFill>
                <a:latin typeface="Malgun Gothic"/>
                <a:ea typeface="Malgun Gothic"/>
                <a:cs typeface="Malgun Gothic"/>
                <a:sym typeface="Malgun Gothic"/>
              </a:rPr>
              <a:t>tick_gen → tick_counter 4개 직렬 연결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2" name="Google Shape;322;h11fd891a5912f5fd_0_71"/>
          <p:cNvSpPr/>
          <p:nvPr/>
        </p:nvSpPr>
        <p:spPr>
          <a:xfrm>
            <a:off x="4418779" y="1997586"/>
            <a:ext cx="280797" cy="236792"/>
          </a:xfrm>
          <a:custGeom>
            <a:rect b="b" l="l" r="r" t="t"/>
            <a:pathLst>
              <a:path extrusionOk="0" h="279400" w="279400">
                <a:moveTo>
                  <a:pt x="139700" y="0"/>
                </a:moveTo>
                <a:lnTo>
                  <a:pt x="139700" y="0"/>
                </a:lnTo>
                <a:cubicBezTo>
                  <a:pt x="176751" y="0"/>
                  <a:pt x="212284" y="14718"/>
                  <a:pt x="238483" y="40917"/>
                </a:cubicBezTo>
                <a:cubicBezTo>
                  <a:pt x="264682" y="67116"/>
                  <a:pt x="279400" y="102649"/>
                  <a:pt x="279400" y="139700"/>
                </a:cubicBezTo>
                <a:lnTo>
                  <a:pt x="279400" y="139700"/>
                </a:lnTo>
                <a:cubicBezTo>
                  <a:pt x="279400" y="216854"/>
                  <a:pt x="216854" y="279400"/>
                  <a:pt x="139700" y="279400"/>
                </a:cubicBezTo>
                <a:lnTo>
                  <a:pt x="139700" y="279400"/>
                </a:lnTo>
                <a:cubicBezTo>
                  <a:pt x="62546" y="279400"/>
                  <a:pt x="0" y="216854"/>
                  <a:pt x="0" y="139700"/>
                </a:cubicBezTo>
                <a:lnTo>
                  <a:pt x="0" y="139700"/>
                </a:lnTo>
                <a:cubicBezTo>
                  <a:pt x="0" y="62546"/>
                  <a:pt x="62546" y="0"/>
                  <a:pt x="139700" y="0"/>
                </a:cubicBezTo>
                <a:close/>
              </a:path>
            </a:pathLst>
          </a:custGeom>
          <a:solidFill>
            <a:srgbClr val="3A70F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3" name="Google Shape;323;h11fd891a5912f5fd_0_71"/>
          <p:cNvSpPr/>
          <p:nvPr/>
        </p:nvSpPr>
        <p:spPr>
          <a:xfrm>
            <a:off x="4827496" y="1987886"/>
            <a:ext cx="3536100" cy="2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3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la</a:t>
            </a:r>
            <a:r>
              <a:rPr b="1" lang="en-US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p</a:t>
            </a:r>
            <a:r>
              <a:rPr b="1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time 레지스터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4" name="Google Shape;324;h11fd891a5912f5fd_0_71"/>
          <p:cNvSpPr/>
          <p:nvPr/>
        </p:nvSpPr>
        <p:spPr>
          <a:xfrm>
            <a:off x="4827496" y="2214928"/>
            <a:ext cx="35361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8C8C8C"/>
                </a:solidFill>
                <a:latin typeface="Malgun Gothic"/>
                <a:ea typeface="Malgun Gothic"/>
                <a:cs typeface="Malgun Gothic"/>
                <a:sym typeface="Malgun Gothic"/>
              </a:rPr>
              <a:t>레지스터 4개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5" name="Google Shape;325;h11fd891a5912f5fd_0_71"/>
          <p:cNvSpPr/>
          <p:nvPr/>
        </p:nvSpPr>
        <p:spPr>
          <a:xfrm>
            <a:off x="7859929" y="1987879"/>
            <a:ext cx="280797" cy="236792"/>
          </a:xfrm>
          <a:custGeom>
            <a:rect b="b" l="l" r="r" t="t"/>
            <a:pathLst>
              <a:path extrusionOk="0" h="279400" w="279400">
                <a:moveTo>
                  <a:pt x="139700" y="0"/>
                </a:moveTo>
                <a:lnTo>
                  <a:pt x="139700" y="0"/>
                </a:lnTo>
                <a:cubicBezTo>
                  <a:pt x="176751" y="0"/>
                  <a:pt x="212284" y="14718"/>
                  <a:pt x="238483" y="40917"/>
                </a:cubicBezTo>
                <a:cubicBezTo>
                  <a:pt x="264682" y="67116"/>
                  <a:pt x="279400" y="102649"/>
                  <a:pt x="279400" y="139700"/>
                </a:cubicBezTo>
                <a:lnTo>
                  <a:pt x="279400" y="139700"/>
                </a:lnTo>
                <a:cubicBezTo>
                  <a:pt x="279400" y="216854"/>
                  <a:pt x="216854" y="279400"/>
                  <a:pt x="139700" y="279400"/>
                </a:cubicBezTo>
                <a:lnTo>
                  <a:pt x="139700" y="279400"/>
                </a:lnTo>
                <a:cubicBezTo>
                  <a:pt x="62546" y="279400"/>
                  <a:pt x="0" y="216854"/>
                  <a:pt x="0" y="139700"/>
                </a:cubicBezTo>
                <a:lnTo>
                  <a:pt x="0" y="139700"/>
                </a:lnTo>
                <a:cubicBezTo>
                  <a:pt x="0" y="62546"/>
                  <a:pt x="62546" y="0"/>
                  <a:pt x="139700" y="0"/>
                </a:cubicBezTo>
                <a:close/>
              </a:path>
            </a:pathLst>
          </a:custGeom>
          <a:solidFill>
            <a:srgbClr val="3A70F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6" name="Google Shape;326;h11fd891a5912f5fd_0_71"/>
          <p:cNvSpPr/>
          <p:nvPr/>
        </p:nvSpPr>
        <p:spPr>
          <a:xfrm>
            <a:off x="8268646" y="1987879"/>
            <a:ext cx="3536100" cy="2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3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출력 MUX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7" name="Google Shape;327;h11fd891a5912f5fd_0_71"/>
          <p:cNvSpPr/>
          <p:nvPr/>
        </p:nvSpPr>
        <p:spPr>
          <a:xfrm>
            <a:off x="8268646" y="2205221"/>
            <a:ext cx="35361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8C8C8C"/>
                </a:solidFill>
                <a:latin typeface="Malgun Gothic"/>
                <a:ea typeface="Malgun Gothic"/>
                <a:cs typeface="Malgun Gothic"/>
                <a:sym typeface="Malgun Gothic"/>
              </a:rPr>
              <a:t>mux_2x1x4_lapstop만 출력 구동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28" name="Google Shape;328;h11fd891a5912f5fd_0_71"/>
          <p:cNvGrpSpPr/>
          <p:nvPr/>
        </p:nvGrpSpPr>
        <p:grpSpPr>
          <a:xfrm>
            <a:off x="170838" y="2904250"/>
            <a:ext cx="11850300" cy="3212100"/>
            <a:chOff x="175500" y="1546825"/>
            <a:chExt cx="11850300" cy="3212100"/>
          </a:xfrm>
        </p:grpSpPr>
        <p:sp>
          <p:nvSpPr>
            <p:cNvPr id="329" name="Google Shape;329;h11fd891a5912f5fd_0_71"/>
            <p:cNvSpPr/>
            <p:nvPr/>
          </p:nvSpPr>
          <p:spPr>
            <a:xfrm>
              <a:off x="175500" y="1546825"/>
              <a:ext cx="11850300" cy="3212100"/>
            </a:xfrm>
            <a:prstGeom prst="roundRect">
              <a:avLst>
                <a:gd fmla="val 2792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254000" rotWithShape="0" algn="bl" dir="5400000" dist="76200">
                <a:srgbClr val="3A70FC">
                  <a:alpha val="1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Malgun Gothic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330" name="Google Shape;330;h11fd891a5912f5fd_0_7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30125" y="1660712"/>
              <a:ext cx="11531628" cy="297283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1" name="Google Shape;331;h11fd891a5912f5fd_0_71"/>
          <p:cNvSpPr/>
          <p:nvPr/>
        </p:nvSpPr>
        <p:spPr>
          <a:xfrm>
            <a:off x="932138" y="3200050"/>
            <a:ext cx="6866100" cy="2758500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2" name="Google Shape;332;h11fd891a5912f5fd_0_71"/>
          <p:cNvSpPr/>
          <p:nvPr/>
        </p:nvSpPr>
        <p:spPr>
          <a:xfrm>
            <a:off x="3777518" y="2904258"/>
            <a:ext cx="279400" cy="279400"/>
          </a:xfrm>
          <a:custGeom>
            <a:rect b="b" l="l" r="r" t="t"/>
            <a:pathLst>
              <a:path extrusionOk="0" h="279400" w="279400">
                <a:moveTo>
                  <a:pt x="139700" y="0"/>
                </a:moveTo>
                <a:lnTo>
                  <a:pt x="139700" y="0"/>
                </a:lnTo>
                <a:cubicBezTo>
                  <a:pt x="176751" y="0"/>
                  <a:pt x="212284" y="14718"/>
                  <a:pt x="238483" y="40917"/>
                </a:cubicBezTo>
                <a:cubicBezTo>
                  <a:pt x="264682" y="67116"/>
                  <a:pt x="279400" y="102649"/>
                  <a:pt x="279400" y="139700"/>
                </a:cubicBezTo>
                <a:lnTo>
                  <a:pt x="279400" y="139700"/>
                </a:lnTo>
                <a:cubicBezTo>
                  <a:pt x="279400" y="216854"/>
                  <a:pt x="216854" y="279400"/>
                  <a:pt x="139700" y="279400"/>
                </a:cubicBezTo>
                <a:lnTo>
                  <a:pt x="139700" y="279400"/>
                </a:lnTo>
                <a:cubicBezTo>
                  <a:pt x="62546" y="279400"/>
                  <a:pt x="0" y="216854"/>
                  <a:pt x="0" y="139700"/>
                </a:cubicBezTo>
                <a:lnTo>
                  <a:pt x="0" y="139700"/>
                </a:lnTo>
                <a:cubicBezTo>
                  <a:pt x="0" y="62546"/>
                  <a:pt x="62546" y="0"/>
                  <a:pt x="139700" y="0"/>
                </a:cubicBezTo>
                <a:close/>
              </a:path>
            </a:pathLst>
          </a:custGeom>
          <a:solidFill>
            <a:srgbClr val="3A70F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33" name="Google Shape;333;h11fd891a5912f5fd_0_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63586" y="5030700"/>
            <a:ext cx="1076900" cy="764675"/>
          </a:xfrm>
          <a:prstGeom prst="rect">
            <a:avLst/>
          </a:prstGeom>
          <a:gradFill>
            <a:gsLst>
              <a:gs pos="0">
                <a:srgbClr val="E3EBFF"/>
              </a:gs>
              <a:gs pos="100000">
                <a:srgbClr val="F6F9FF"/>
              </a:gs>
            </a:gsLst>
            <a:lin ang="4199895" scaled="0"/>
          </a:gra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334" name="Google Shape;334;h11fd891a5912f5fd_0_71"/>
          <p:cNvCxnSpPr>
            <a:stCxn id="333" idx="0"/>
          </p:cNvCxnSpPr>
          <p:nvPr/>
        </p:nvCxnSpPr>
        <p:spPr>
          <a:xfrm rot="10800000">
            <a:off x="8890636" y="4333200"/>
            <a:ext cx="11400" cy="69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5" name="Google Shape;335;h11fd891a5912f5fd_0_71"/>
          <p:cNvSpPr/>
          <p:nvPr/>
        </p:nvSpPr>
        <p:spPr>
          <a:xfrm>
            <a:off x="8092788" y="3200050"/>
            <a:ext cx="1753500" cy="2758500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6" name="Google Shape;336;h11fd891a5912f5fd_0_71"/>
          <p:cNvSpPr/>
          <p:nvPr/>
        </p:nvSpPr>
        <p:spPr>
          <a:xfrm>
            <a:off x="8762343" y="2853659"/>
            <a:ext cx="279400" cy="279400"/>
          </a:xfrm>
          <a:custGeom>
            <a:rect b="b" l="l" r="r" t="t"/>
            <a:pathLst>
              <a:path extrusionOk="0" h="279400" w="279400">
                <a:moveTo>
                  <a:pt x="139700" y="0"/>
                </a:moveTo>
                <a:lnTo>
                  <a:pt x="139700" y="0"/>
                </a:lnTo>
                <a:cubicBezTo>
                  <a:pt x="176751" y="0"/>
                  <a:pt x="212284" y="14718"/>
                  <a:pt x="238483" y="40917"/>
                </a:cubicBezTo>
                <a:cubicBezTo>
                  <a:pt x="264682" y="67116"/>
                  <a:pt x="279400" y="102649"/>
                  <a:pt x="279400" y="139700"/>
                </a:cubicBezTo>
                <a:lnTo>
                  <a:pt x="279400" y="139700"/>
                </a:lnTo>
                <a:cubicBezTo>
                  <a:pt x="279400" y="216854"/>
                  <a:pt x="216854" y="279400"/>
                  <a:pt x="139700" y="279400"/>
                </a:cubicBezTo>
                <a:lnTo>
                  <a:pt x="139700" y="279400"/>
                </a:lnTo>
                <a:cubicBezTo>
                  <a:pt x="62546" y="279400"/>
                  <a:pt x="0" y="216854"/>
                  <a:pt x="0" y="139700"/>
                </a:cubicBezTo>
                <a:lnTo>
                  <a:pt x="0" y="139700"/>
                </a:lnTo>
                <a:cubicBezTo>
                  <a:pt x="0" y="62546"/>
                  <a:pt x="62546" y="0"/>
                  <a:pt x="139700" y="0"/>
                </a:cubicBezTo>
                <a:close/>
              </a:path>
            </a:pathLst>
          </a:custGeom>
          <a:solidFill>
            <a:srgbClr val="3A70F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37" name="Google Shape;337;h11fd891a5912f5fd_0_71"/>
          <p:cNvCxnSpPr/>
          <p:nvPr/>
        </p:nvCxnSpPr>
        <p:spPr>
          <a:xfrm>
            <a:off x="1568688" y="5346075"/>
            <a:ext cx="876900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8" name="Google Shape;338;h11fd891a5912f5fd_0_71"/>
          <p:cNvCxnSpPr/>
          <p:nvPr/>
        </p:nvCxnSpPr>
        <p:spPr>
          <a:xfrm>
            <a:off x="3514563" y="4054700"/>
            <a:ext cx="580200" cy="54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9" name="Google Shape;339;h11fd891a5912f5fd_0_71"/>
          <p:cNvCxnSpPr/>
          <p:nvPr/>
        </p:nvCxnSpPr>
        <p:spPr>
          <a:xfrm>
            <a:off x="4763313" y="3950500"/>
            <a:ext cx="580200" cy="54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0" name="Google Shape;340;h11fd891a5912f5fd_0_71"/>
          <p:cNvCxnSpPr/>
          <p:nvPr/>
        </p:nvCxnSpPr>
        <p:spPr>
          <a:xfrm>
            <a:off x="6066488" y="3838550"/>
            <a:ext cx="767100" cy="1152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1" name="Google Shape;341;h11fd891a5912f5fd_0_71"/>
          <p:cNvSpPr/>
          <p:nvPr/>
        </p:nvSpPr>
        <p:spPr>
          <a:xfrm>
            <a:off x="10005938" y="3944450"/>
            <a:ext cx="1373100" cy="1717200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2" name="Google Shape;342;h11fd891a5912f5fd_0_71"/>
          <p:cNvSpPr/>
          <p:nvPr/>
        </p:nvSpPr>
        <p:spPr>
          <a:xfrm>
            <a:off x="10552793" y="3559160"/>
            <a:ext cx="279400" cy="279400"/>
          </a:xfrm>
          <a:custGeom>
            <a:rect b="b" l="l" r="r" t="t"/>
            <a:pathLst>
              <a:path extrusionOk="0" h="279400" w="279400">
                <a:moveTo>
                  <a:pt x="139700" y="0"/>
                </a:moveTo>
                <a:lnTo>
                  <a:pt x="139700" y="0"/>
                </a:lnTo>
                <a:cubicBezTo>
                  <a:pt x="176751" y="0"/>
                  <a:pt x="212284" y="14718"/>
                  <a:pt x="238483" y="40917"/>
                </a:cubicBezTo>
                <a:cubicBezTo>
                  <a:pt x="264682" y="67116"/>
                  <a:pt x="279400" y="102649"/>
                  <a:pt x="279400" y="139700"/>
                </a:cubicBezTo>
                <a:lnTo>
                  <a:pt x="279400" y="139700"/>
                </a:lnTo>
                <a:cubicBezTo>
                  <a:pt x="279400" y="216854"/>
                  <a:pt x="216854" y="279400"/>
                  <a:pt x="139700" y="279400"/>
                </a:cubicBezTo>
                <a:lnTo>
                  <a:pt x="139700" y="279400"/>
                </a:lnTo>
                <a:cubicBezTo>
                  <a:pt x="62546" y="279400"/>
                  <a:pt x="0" y="216854"/>
                  <a:pt x="0" y="139700"/>
                </a:cubicBezTo>
                <a:lnTo>
                  <a:pt x="0" y="139700"/>
                </a:lnTo>
                <a:cubicBezTo>
                  <a:pt x="0" y="62546"/>
                  <a:pt x="62546" y="0"/>
                  <a:pt x="139700" y="0"/>
                </a:cubicBezTo>
                <a:close/>
              </a:path>
            </a:pathLst>
          </a:custGeom>
          <a:solidFill>
            <a:srgbClr val="3A70F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43" name="Google Shape;343;h11fd891a5912f5fd_0_71"/>
          <p:cNvCxnSpPr/>
          <p:nvPr/>
        </p:nvCxnSpPr>
        <p:spPr>
          <a:xfrm>
            <a:off x="3514563" y="4036775"/>
            <a:ext cx="0" cy="1185900"/>
          </a:xfrm>
          <a:prstGeom prst="straightConnector1">
            <a:avLst/>
          </a:prstGeom>
          <a:noFill/>
          <a:ln cap="flat" cmpd="sng" w="38100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4" name="Google Shape;344;h11fd891a5912f5fd_0_71"/>
          <p:cNvCxnSpPr/>
          <p:nvPr/>
        </p:nvCxnSpPr>
        <p:spPr>
          <a:xfrm flipH="1">
            <a:off x="2899588" y="5235975"/>
            <a:ext cx="632700" cy="9000"/>
          </a:xfrm>
          <a:prstGeom prst="straightConnector1">
            <a:avLst/>
          </a:prstGeom>
          <a:noFill/>
          <a:ln cap="flat" cmpd="sng" w="38100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5" name="Google Shape;345;h11fd891a5912f5fd_0_71"/>
          <p:cNvCxnSpPr/>
          <p:nvPr/>
        </p:nvCxnSpPr>
        <p:spPr>
          <a:xfrm>
            <a:off x="7798238" y="4128650"/>
            <a:ext cx="294600" cy="0"/>
          </a:xfrm>
          <a:prstGeom prst="straightConnector1">
            <a:avLst/>
          </a:prstGeom>
          <a:noFill/>
          <a:ln cap="flat" cmpd="sng" w="38100">
            <a:solidFill>
              <a:srgbClr val="E8590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6" name="Google Shape;346;h11fd891a5912f5fd_0_71"/>
          <p:cNvCxnSpPr/>
          <p:nvPr/>
        </p:nvCxnSpPr>
        <p:spPr>
          <a:xfrm>
            <a:off x="9846288" y="4405425"/>
            <a:ext cx="294600" cy="0"/>
          </a:xfrm>
          <a:prstGeom prst="straightConnector1">
            <a:avLst/>
          </a:prstGeom>
          <a:noFill/>
          <a:ln cap="flat" cmpd="sng" w="38100">
            <a:solidFill>
              <a:srgbClr val="E8590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7" name="Google Shape;347;h11fd891a5912f5fd_0_71"/>
          <p:cNvCxnSpPr/>
          <p:nvPr/>
        </p:nvCxnSpPr>
        <p:spPr>
          <a:xfrm>
            <a:off x="7792313" y="4884650"/>
            <a:ext cx="2208000" cy="900"/>
          </a:xfrm>
          <a:prstGeom prst="straightConnector1">
            <a:avLst/>
          </a:prstGeom>
          <a:noFill/>
          <a:ln cap="flat" cmpd="sng" w="38100">
            <a:solidFill>
              <a:srgbClr val="E8590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8" name="Google Shape;348;h11fd891a5912f5fd_0_71"/>
          <p:cNvSpPr/>
          <p:nvPr/>
        </p:nvSpPr>
        <p:spPr>
          <a:xfrm>
            <a:off x="10102413" y="4884650"/>
            <a:ext cx="450300" cy="558900"/>
          </a:xfrm>
          <a:prstGeom prst="rect">
            <a:avLst/>
          </a:prstGeom>
          <a:noFill/>
          <a:ln cap="flat" cmpd="sng" w="38100">
            <a:solidFill>
              <a:srgbClr val="E859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9" name="Google Shape;349;h11fd891a5912f5fd_0_71"/>
          <p:cNvSpPr/>
          <p:nvPr/>
        </p:nvSpPr>
        <p:spPr>
          <a:xfrm>
            <a:off x="10102488" y="4270475"/>
            <a:ext cx="450300" cy="558900"/>
          </a:xfrm>
          <a:prstGeom prst="rect">
            <a:avLst/>
          </a:prstGeom>
          <a:noFill/>
          <a:ln cap="flat" cmpd="sng" w="38100">
            <a:solidFill>
              <a:srgbClr val="E859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BFF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3EBFF"/>
              </a:gs>
              <a:gs pos="100000">
                <a:srgbClr val="F6F9FF"/>
              </a:gs>
            </a:gsLst>
            <a:lin ang="4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6" name="Google Shape;356;p22"/>
          <p:cNvSpPr/>
          <p:nvPr/>
        </p:nvSpPr>
        <p:spPr>
          <a:xfrm>
            <a:off x="543200" y="1207500"/>
            <a:ext cx="11105400" cy="25584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7850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375" lIns="51375" spcFirstLastPara="1" rIns="51375" wrap="square" tIns="51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2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2"/>
          <p:cNvSpPr txBox="1"/>
          <p:nvPr>
            <p:ph type="title"/>
          </p:nvPr>
        </p:nvSpPr>
        <p:spPr>
          <a:xfrm>
            <a:off x="3570300" y="335495"/>
            <a:ext cx="50514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Malgun Gothic"/>
              <a:buNone/>
            </a:pPr>
            <a:r>
              <a:rPr b="1" i="0" lang="en-US" sz="3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watch_datapath </a:t>
            </a:r>
            <a:r>
              <a:rPr b="1" lang="en-US" sz="3000">
                <a:latin typeface="Malgun Gothic"/>
                <a:ea typeface="Malgun Gothic"/>
                <a:cs typeface="Malgun Gothic"/>
                <a:sym typeface="Malgun Gothic"/>
              </a:rPr>
              <a:t>다이어그램</a:t>
            </a:r>
            <a:endParaRPr sz="3000"/>
          </a:p>
        </p:txBody>
      </p:sp>
      <p:grpSp>
        <p:nvGrpSpPr>
          <p:cNvPr id="358" name="Google Shape;358;p22"/>
          <p:cNvGrpSpPr/>
          <p:nvPr/>
        </p:nvGrpSpPr>
        <p:grpSpPr>
          <a:xfrm>
            <a:off x="543250" y="1291175"/>
            <a:ext cx="11105297" cy="5418894"/>
            <a:chOff x="1086960" y="1213434"/>
            <a:chExt cx="9878400" cy="4817651"/>
          </a:xfrm>
        </p:grpSpPr>
        <p:sp>
          <p:nvSpPr>
            <p:cNvPr id="359" name="Google Shape;359;p22"/>
            <p:cNvSpPr/>
            <p:nvPr/>
          </p:nvSpPr>
          <p:spPr>
            <a:xfrm>
              <a:off x="1086960" y="2378697"/>
              <a:ext cx="1299900" cy="675900"/>
            </a:xfrm>
            <a:prstGeom prst="roundRect">
              <a:avLst>
                <a:gd fmla="val 12000" name="adj"/>
              </a:avLst>
            </a:prstGeom>
            <a:solidFill>
              <a:srgbClr val="E9F1FF"/>
            </a:solidFill>
            <a:ln>
              <a:noFill/>
            </a:ln>
          </p:spPr>
          <p:txBody>
            <a:bodyPr anchorCtr="0" anchor="ctr" bIns="51375" lIns="51375" spcFirstLastPara="1" rIns="51375" wrap="square" tIns="51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37" u="none" cap="none" strike="noStrike">
                  <a:solidFill>
                    <a:srgbClr val="28282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tick_gen_100hz</a:t>
              </a:r>
              <a:endParaRPr sz="1574"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12" u="none" cap="none" strike="noStrike">
                  <a:solidFill>
                    <a:srgbClr val="6B728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10 ms 펄스 · 상시</a:t>
              </a:r>
              <a:endParaRPr sz="1574"/>
            </a:p>
          </p:txBody>
        </p:sp>
        <p:sp>
          <p:nvSpPr>
            <p:cNvPr id="360" name="Google Shape;360;p22"/>
            <p:cNvSpPr/>
            <p:nvPr/>
          </p:nvSpPr>
          <p:spPr>
            <a:xfrm>
              <a:off x="2711710" y="2274713"/>
              <a:ext cx="1819800" cy="883800"/>
            </a:xfrm>
            <a:prstGeom prst="roundRect">
              <a:avLst>
                <a:gd fmla="val 8000" name="adj"/>
              </a:avLst>
            </a:prstGeom>
            <a:solidFill>
              <a:srgbClr val="E9F1FF"/>
            </a:solidFill>
            <a:ln>
              <a:noFill/>
            </a:ln>
          </p:spPr>
          <p:txBody>
            <a:bodyPr anchorCtr="0" anchor="t" bIns="51375" lIns="51375" spcFirstLastPara="1" rIns="51375" wrap="square" tIns="513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37" u="none" cap="none" strike="noStrike">
                  <a:solidFill>
                    <a:srgbClr val="3A70F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msec</a:t>
              </a:r>
              <a:endParaRPr sz="1574"/>
            </a:p>
          </p:txBody>
        </p:sp>
        <p:sp>
          <p:nvSpPr>
            <p:cNvPr id="361" name="Google Shape;361;p22"/>
            <p:cNvSpPr/>
            <p:nvPr/>
          </p:nvSpPr>
          <p:spPr>
            <a:xfrm>
              <a:off x="2815694" y="2560669"/>
              <a:ext cx="1611900" cy="507000"/>
            </a:xfrm>
            <a:prstGeom prst="roundRect">
              <a:avLst>
                <a:gd fmla="val 12000" name="adj"/>
              </a:avLst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51375" lIns="51375" spcFirstLastPara="1" rIns="51375" wrap="square" tIns="51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37" u="none" cap="none" strike="noStrike">
                  <a:solidFill>
                    <a:srgbClr val="28282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tick_counter</a:t>
              </a:r>
              <a:endParaRPr sz="1574"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12" u="none" cap="none" strike="noStrike">
                  <a:solidFill>
                    <a:srgbClr val="6B728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×100 · UNIT 00</a:t>
              </a:r>
              <a:endParaRPr sz="1574"/>
            </a:p>
          </p:txBody>
        </p:sp>
        <p:cxnSp>
          <p:nvCxnSpPr>
            <p:cNvPr id="362" name="Google Shape;362;p22"/>
            <p:cNvCxnSpPr>
              <a:stCxn id="360" idx="0"/>
            </p:cNvCxnSpPr>
            <p:nvPr/>
          </p:nvCxnSpPr>
          <p:spPr>
            <a:xfrm flipH="1" rot="10800000">
              <a:off x="3621610" y="1941113"/>
              <a:ext cx="12600" cy="333600"/>
            </a:xfrm>
            <a:prstGeom prst="straightConnector1">
              <a:avLst/>
            </a:prstGeom>
            <a:noFill/>
            <a:ln cap="flat" cmpd="sng" w="24975">
              <a:solidFill>
                <a:srgbClr val="3A70FC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44967" rotWithShape="0" dir="5400000" dist="22483">
                <a:srgbClr val="000000">
                  <a:alpha val="38040"/>
                </a:srgbClr>
              </a:outerShdw>
            </a:effectLst>
          </p:spPr>
        </p:cxnSp>
        <p:sp>
          <p:nvSpPr>
            <p:cNvPr id="363" name="Google Shape;363;p22"/>
            <p:cNvSpPr/>
            <p:nvPr/>
          </p:nvSpPr>
          <p:spPr>
            <a:xfrm>
              <a:off x="4791390" y="2274713"/>
              <a:ext cx="1819800" cy="883800"/>
            </a:xfrm>
            <a:prstGeom prst="roundRect">
              <a:avLst>
                <a:gd fmla="val 8000" name="adj"/>
              </a:avLst>
            </a:prstGeom>
            <a:solidFill>
              <a:srgbClr val="E9F1FF"/>
            </a:solidFill>
            <a:ln>
              <a:noFill/>
            </a:ln>
          </p:spPr>
          <p:txBody>
            <a:bodyPr anchorCtr="0" anchor="t" bIns="51375" lIns="51375" spcFirstLastPara="1" rIns="51375" wrap="square" tIns="513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37" u="none" cap="none" strike="noStrike">
                  <a:solidFill>
                    <a:srgbClr val="3A70F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sec</a:t>
              </a:r>
              <a:endParaRPr sz="1574"/>
            </a:p>
          </p:txBody>
        </p:sp>
        <p:sp>
          <p:nvSpPr>
            <p:cNvPr id="364" name="Google Shape;364;p22"/>
            <p:cNvSpPr/>
            <p:nvPr/>
          </p:nvSpPr>
          <p:spPr>
            <a:xfrm>
              <a:off x="4895374" y="2560669"/>
              <a:ext cx="1611900" cy="507000"/>
            </a:xfrm>
            <a:prstGeom prst="roundRect">
              <a:avLst>
                <a:gd fmla="val 12000" name="adj"/>
              </a:avLst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51375" lIns="51375" spcFirstLastPara="1" rIns="51375" wrap="square" tIns="51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37" u="none" cap="none" strike="noStrike">
                  <a:solidFill>
                    <a:srgbClr val="28282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tick_counter</a:t>
              </a:r>
              <a:endParaRPr sz="1574"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12" u="none" cap="none" strike="noStrike">
                  <a:solidFill>
                    <a:srgbClr val="6B728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×60 · UNIT 01</a:t>
              </a:r>
              <a:endParaRPr sz="1574"/>
            </a:p>
          </p:txBody>
        </p:sp>
        <p:sp>
          <p:nvSpPr>
            <p:cNvPr id="365" name="Google Shape;365;p22"/>
            <p:cNvSpPr/>
            <p:nvPr/>
          </p:nvSpPr>
          <p:spPr>
            <a:xfrm>
              <a:off x="6871070" y="2274713"/>
              <a:ext cx="1819800" cy="883800"/>
            </a:xfrm>
            <a:prstGeom prst="roundRect">
              <a:avLst>
                <a:gd fmla="val 8000" name="adj"/>
              </a:avLst>
            </a:prstGeom>
            <a:solidFill>
              <a:srgbClr val="E9F1FF"/>
            </a:solidFill>
            <a:ln>
              <a:noFill/>
            </a:ln>
          </p:spPr>
          <p:txBody>
            <a:bodyPr anchorCtr="0" anchor="t" bIns="51375" lIns="51375" spcFirstLastPara="1" rIns="51375" wrap="square" tIns="513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37" u="none" cap="none" strike="noStrike">
                  <a:solidFill>
                    <a:srgbClr val="3A70F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min</a:t>
              </a:r>
              <a:endParaRPr sz="1574"/>
            </a:p>
          </p:txBody>
        </p:sp>
        <p:sp>
          <p:nvSpPr>
            <p:cNvPr id="366" name="Google Shape;366;p22"/>
            <p:cNvSpPr/>
            <p:nvPr/>
          </p:nvSpPr>
          <p:spPr>
            <a:xfrm>
              <a:off x="6975054" y="2560669"/>
              <a:ext cx="1611900" cy="507000"/>
            </a:xfrm>
            <a:prstGeom prst="roundRect">
              <a:avLst>
                <a:gd fmla="val 12000" name="adj"/>
              </a:avLst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51375" lIns="51375" spcFirstLastPara="1" rIns="51375" wrap="square" tIns="51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37" u="none" cap="none" strike="noStrike">
                  <a:solidFill>
                    <a:srgbClr val="28282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tick_counter</a:t>
              </a:r>
              <a:endParaRPr sz="1574"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12" u="none" cap="none" strike="noStrike">
                  <a:solidFill>
                    <a:srgbClr val="6B728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×60 · UNIT 10</a:t>
              </a:r>
              <a:endParaRPr sz="1574"/>
            </a:p>
          </p:txBody>
        </p:sp>
        <p:sp>
          <p:nvSpPr>
            <p:cNvPr id="367" name="Google Shape;367;p22"/>
            <p:cNvSpPr/>
            <p:nvPr/>
          </p:nvSpPr>
          <p:spPr>
            <a:xfrm>
              <a:off x="8950750" y="2274713"/>
              <a:ext cx="1819800" cy="883800"/>
            </a:xfrm>
            <a:prstGeom prst="roundRect">
              <a:avLst>
                <a:gd fmla="val 8000" name="adj"/>
              </a:avLst>
            </a:prstGeom>
            <a:solidFill>
              <a:srgbClr val="E9F1FF"/>
            </a:solidFill>
            <a:ln>
              <a:noFill/>
            </a:ln>
          </p:spPr>
          <p:txBody>
            <a:bodyPr anchorCtr="0" anchor="t" bIns="51375" lIns="51375" spcFirstLastPara="1" rIns="51375" wrap="square" tIns="513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37" u="none" cap="none" strike="noStrike">
                  <a:solidFill>
                    <a:srgbClr val="3A70F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hour</a:t>
              </a:r>
              <a:endParaRPr sz="1574"/>
            </a:p>
          </p:txBody>
        </p:sp>
        <p:sp>
          <p:nvSpPr>
            <p:cNvPr id="368" name="Google Shape;368;p22"/>
            <p:cNvSpPr/>
            <p:nvPr/>
          </p:nvSpPr>
          <p:spPr>
            <a:xfrm>
              <a:off x="9054734" y="2560669"/>
              <a:ext cx="1611900" cy="507000"/>
            </a:xfrm>
            <a:prstGeom prst="roundRect">
              <a:avLst>
                <a:gd fmla="val 12000" name="adj"/>
              </a:avLst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51375" lIns="51375" spcFirstLastPara="1" rIns="51375" wrap="square" tIns="51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37" u="none" cap="none" strike="noStrike">
                  <a:solidFill>
                    <a:srgbClr val="28282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tick_counter</a:t>
              </a:r>
              <a:endParaRPr sz="1574"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12" u="none" cap="none" strike="noStrike">
                  <a:solidFill>
                    <a:srgbClr val="6B728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×24 · UNIT 11 · 리셋 12</a:t>
              </a:r>
              <a:endParaRPr sz="1574"/>
            </a:p>
          </p:txBody>
        </p:sp>
        <p:cxnSp>
          <p:nvCxnSpPr>
            <p:cNvPr id="369" name="Google Shape;369;p22"/>
            <p:cNvCxnSpPr/>
            <p:nvPr/>
          </p:nvCxnSpPr>
          <p:spPr>
            <a:xfrm>
              <a:off x="2386760" y="2716645"/>
              <a:ext cx="318600" cy="0"/>
            </a:xfrm>
            <a:prstGeom prst="straightConnector1">
              <a:avLst/>
            </a:prstGeom>
            <a:noFill/>
            <a:ln cap="flat" cmpd="sng" w="24975">
              <a:solidFill>
                <a:srgbClr val="3A70FC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44967" rotWithShape="0" dir="5400000" dist="22483">
                <a:srgbClr val="000000">
                  <a:alpha val="38040"/>
                </a:srgbClr>
              </a:outerShdw>
            </a:effectLst>
          </p:spPr>
        </p:cxnSp>
        <p:cxnSp>
          <p:nvCxnSpPr>
            <p:cNvPr id="370" name="Google Shape;370;p22"/>
            <p:cNvCxnSpPr/>
            <p:nvPr/>
          </p:nvCxnSpPr>
          <p:spPr>
            <a:xfrm>
              <a:off x="4531430" y="2814130"/>
              <a:ext cx="253500" cy="0"/>
            </a:xfrm>
            <a:prstGeom prst="straightConnector1">
              <a:avLst/>
            </a:prstGeom>
            <a:noFill/>
            <a:ln cap="flat" cmpd="sng" w="24975">
              <a:solidFill>
                <a:srgbClr val="3A70FC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44967" rotWithShape="0" dir="5400000" dist="22483">
                <a:srgbClr val="000000">
                  <a:alpha val="38040"/>
                </a:srgbClr>
              </a:outerShdw>
            </a:effectLst>
          </p:spPr>
        </p:cxnSp>
        <p:sp>
          <p:nvSpPr>
            <p:cNvPr id="371" name="Google Shape;371;p22"/>
            <p:cNvSpPr txBox="1"/>
            <p:nvPr/>
          </p:nvSpPr>
          <p:spPr>
            <a:xfrm>
              <a:off x="4505434" y="2586665"/>
              <a:ext cx="3249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375" lIns="0" spcFirstLastPara="1" rIns="0" wrap="square" tIns="513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87" u="none" cap="none" strike="noStrike">
                  <a:solidFill>
                    <a:srgbClr val="6B728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o_tick</a:t>
              </a:r>
              <a:endParaRPr sz="1574"/>
            </a:p>
          </p:txBody>
        </p:sp>
        <p:cxnSp>
          <p:nvCxnSpPr>
            <p:cNvPr id="372" name="Google Shape;372;p22"/>
            <p:cNvCxnSpPr/>
            <p:nvPr/>
          </p:nvCxnSpPr>
          <p:spPr>
            <a:xfrm>
              <a:off x="6611110" y="2814130"/>
              <a:ext cx="253500" cy="0"/>
            </a:xfrm>
            <a:prstGeom prst="straightConnector1">
              <a:avLst/>
            </a:prstGeom>
            <a:noFill/>
            <a:ln cap="flat" cmpd="sng" w="24975">
              <a:solidFill>
                <a:srgbClr val="3A70FC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44967" rotWithShape="0" dir="5400000" dist="22483">
                <a:srgbClr val="000000">
                  <a:alpha val="38040"/>
                </a:srgbClr>
              </a:outerShdw>
            </a:effectLst>
          </p:spPr>
        </p:cxnSp>
        <p:sp>
          <p:nvSpPr>
            <p:cNvPr id="373" name="Google Shape;373;p22"/>
            <p:cNvSpPr txBox="1"/>
            <p:nvPr/>
          </p:nvSpPr>
          <p:spPr>
            <a:xfrm>
              <a:off x="6585114" y="2586665"/>
              <a:ext cx="3249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375" lIns="0" spcFirstLastPara="1" rIns="0" wrap="square" tIns="513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87" u="none" cap="none" strike="noStrike">
                  <a:solidFill>
                    <a:srgbClr val="6B728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o_tick</a:t>
              </a:r>
              <a:endParaRPr sz="1574"/>
            </a:p>
          </p:txBody>
        </p:sp>
        <p:cxnSp>
          <p:nvCxnSpPr>
            <p:cNvPr id="374" name="Google Shape;374;p22"/>
            <p:cNvCxnSpPr/>
            <p:nvPr/>
          </p:nvCxnSpPr>
          <p:spPr>
            <a:xfrm>
              <a:off x="8690790" y="2814130"/>
              <a:ext cx="253500" cy="0"/>
            </a:xfrm>
            <a:prstGeom prst="straightConnector1">
              <a:avLst/>
            </a:prstGeom>
            <a:noFill/>
            <a:ln cap="flat" cmpd="sng" w="24975">
              <a:solidFill>
                <a:srgbClr val="3A70FC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44967" rotWithShape="0" dir="5400000" dist="22483">
                <a:srgbClr val="000000">
                  <a:alpha val="38040"/>
                </a:srgbClr>
              </a:outerShdw>
            </a:effectLst>
          </p:spPr>
        </p:cxnSp>
        <p:sp>
          <p:nvSpPr>
            <p:cNvPr id="375" name="Google Shape;375;p22"/>
            <p:cNvSpPr txBox="1"/>
            <p:nvPr/>
          </p:nvSpPr>
          <p:spPr>
            <a:xfrm>
              <a:off x="8664794" y="2586665"/>
              <a:ext cx="3249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375" lIns="0" spcFirstLastPara="1" rIns="0" wrap="square" tIns="513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87" u="none" cap="none" strike="noStrike">
                  <a:solidFill>
                    <a:srgbClr val="6B728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o_tick</a:t>
              </a:r>
              <a:endParaRPr sz="1574"/>
            </a:p>
          </p:txBody>
        </p:sp>
        <p:sp>
          <p:nvSpPr>
            <p:cNvPr id="376" name="Google Shape;376;p22"/>
            <p:cNvSpPr/>
            <p:nvPr/>
          </p:nvSpPr>
          <p:spPr>
            <a:xfrm>
              <a:off x="2640131" y="1213434"/>
              <a:ext cx="8026500" cy="705600"/>
            </a:xfrm>
            <a:prstGeom prst="roundRect">
              <a:avLst>
                <a:gd fmla="val 25000" name="adj"/>
              </a:avLst>
            </a:prstGeom>
            <a:solidFill>
              <a:srgbClr val="E3EBFF"/>
            </a:solidFill>
            <a:ln cap="flat" cmpd="sng" w="9525">
              <a:solidFill>
                <a:srgbClr val="8BB5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375" lIns="51375" spcFirstLastPara="1" rIns="51375" wrap="square" tIns="51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24" u="none" cap="none" strike="noStrike">
                  <a:solidFill>
                    <a:srgbClr val="28282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출력  msec · sec · min · hour</a:t>
              </a:r>
              <a:endParaRPr sz="2574"/>
            </a:p>
          </p:txBody>
        </p:sp>
        <p:sp>
          <p:nvSpPr>
            <p:cNvPr id="377" name="Google Shape;377;p22"/>
            <p:cNvSpPr/>
            <p:nvPr/>
          </p:nvSpPr>
          <p:spPr>
            <a:xfrm>
              <a:off x="1086960" y="3756485"/>
              <a:ext cx="9878400" cy="2274600"/>
            </a:xfrm>
            <a:prstGeom prst="roundRect">
              <a:avLst>
                <a:gd fmla="val 5000" name="adj"/>
              </a:avLst>
            </a:prstGeom>
            <a:solidFill>
              <a:srgbClr val="F3F3F3"/>
            </a:solidFill>
            <a:ln cap="flat" cmpd="sng" w="17850">
              <a:solidFill>
                <a:srgbClr val="3A70F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375" lIns="51375" spcFirstLastPara="1" rIns="51375" wrap="square" tIns="51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2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22"/>
            <p:cNvSpPr txBox="1"/>
            <p:nvPr/>
          </p:nvSpPr>
          <p:spPr>
            <a:xfrm>
              <a:off x="1255934" y="3860469"/>
              <a:ext cx="71490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375" lIns="0" spcFirstLastPara="1" rIns="0" wrap="square" tIns="513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37" u="none" cap="none" strike="noStrike">
                  <a:solidFill>
                    <a:srgbClr val="3A70F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tick_counter 내부  (4개 모두 같은 구조, TIMES · UNIT_OF_TIME만 다름)</a:t>
              </a:r>
              <a:endParaRPr sz="1574"/>
            </a:p>
          </p:txBody>
        </p:sp>
        <p:sp>
          <p:nvSpPr>
            <p:cNvPr id="379" name="Google Shape;379;p22"/>
            <p:cNvSpPr/>
            <p:nvPr/>
          </p:nvSpPr>
          <p:spPr>
            <a:xfrm>
              <a:off x="3357175" y="4189630"/>
              <a:ext cx="1243800" cy="585000"/>
            </a:xfrm>
            <a:prstGeom prst="roundRect">
              <a:avLst>
                <a:gd fmla="val 12000" name="adj"/>
              </a:avLst>
            </a:prstGeom>
            <a:solidFill>
              <a:srgbClr val="E9F1FF"/>
            </a:solidFill>
            <a:ln>
              <a:noFill/>
            </a:ln>
          </p:spPr>
          <p:txBody>
            <a:bodyPr anchorCtr="0" anchor="ctr" bIns="51375" lIns="51375" spcFirstLastPara="1" rIns="51375" wrap="square" tIns="51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37" u="none" cap="none" strike="noStrike">
                  <a:solidFill>
                    <a:srgbClr val="28282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counter_reg</a:t>
              </a:r>
              <a:endParaRPr sz="1574"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12" u="none" cap="none" strike="noStrike">
                  <a:solidFill>
                    <a:srgbClr val="6B728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현재 시간 값</a:t>
              </a:r>
              <a:endParaRPr sz="1574"/>
            </a:p>
          </p:txBody>
        </p:sp>
        <p:sp>
          <p:nvSpPr>
            <p:cNvPr id="380" name="Google Shape;380;p22"/>
            <p:cNvSpPr/>
            <p:nvPr/>
          </p:nvSpPr>
          <p:spPr>
            <a:xfrm>
              <a:off x="4912144" y="4189630"/>
              <a:ext cx="1347600" cy="585000"/>
            </a:xfrm>
            <a:prstGeom prst="roundRect">
              <a:avLst>
                <a:gd fmla="val 12000" name="adj"/>
              </a:avLst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51375" lIns="51375" spcFirstLastPara="1" rIns="51375" wrap="square" tIns="51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37" u="none" cap="none" strike="noStrike">
                  <a:solidFill>
                    <a:srgbClr val="28282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자리 분리</a:t>
              </a:r>
              <a:endParaRPr sz="1574"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12" u="none" cap="none" strike="noStrike">
                  <a:solidFill>
                    <a:srgbClr val="6B728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÷10 · %10</a:t>
              </a:r>
              <a:endParaRPr sz="1574"/>
            </a:p>
          </p:txBody>
        </p:sp>
        <p:sp>
          <p:nvSpPr>
            <p:cNvPr id="381" name="Google Shape;381;p22"/>
            <p:cNvSpPr/>
            <p:nvPr/>
          </p:nvSpPr>
          <p:spPr>
            <a:xfrm>
              <a:off x="6570779" y="4189630"/>
              <a:ext cx="1554900" cy="585000"/>
            </a:xfrm>
            <a:prstGeom prst="roundRect">
              <a:avLst>
                <a:gd fmla="val 12000" name="adj"/>
              </a:avLst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51375" lIns="51375" spcFirstLastPara="1" rIns="51375" wrap="square" tIns="51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37" u="none" cap="none" strike="noStrike">
                  <a:solidFill>
                    <a:srgbClr val="28282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선택 자리 ±1</a:t>
              </a:r>
              <a:endParaRPr sz="1574"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12" u="none" cap="none" strike="noStrike">
                  <a:solidFill>
                    <a:srgbClr val="6B728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max_1 · max_10 범위 제한</a:t>
              </a:r>
              <a:endParaRPr sz="1574"/>
            </a:p>
          </p:txBody>
        </p:sp>
        <p:sp>
          <p:nvSpPr>
            <p:cNvPr id="382" name="Google Shape;382;p22"/>
            <p:cNvSpPr/>
            <p:nvPr/>
          </p:nvSpPr>
          <p:spPr>
            <a:xfrm>
              <a:off x="8436742" y="4189630"/>
              <a:ext cx="1347600" cy="585000"/>
            </a:xfrm>
            <a:prstGeom prst="roundRect">
              <a:avLst>
                <a:gd fmla="val 12000" name="adj"/>
              </a:avLst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51375" lIns="51375" spcFirstLastPara="1" rIns="51375" wrap="square" tIns="51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37" u="none" cap="none" strike="noStrike">
                  <a:solidFill>
                    <a:srgbClr val="28282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합치기</a:t>
              </a:r>
              <a:endParaRPr sz="1574"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12" u="none" cap="none" strike="noStrike">
                  <a:solidFill>
                    <a:srgbClr val="6B728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ds10 × 10 + ds1</a:t>
              </a:r>
              <a:endParaRPr sz="1574"/>
            </a:p>
          </p:txBody>
        </p:sp>
        <p:cxnSp>
          <p:nvCxnSpPr>
            <p:cNvPr id="383" name="Google Shape;383;p22"/>
            <p:cNvCxnSpPr/>
            <p:nvPr/>
          </p:nvCxnSpPr>
          <p:spPr>
            <a:xfrm>
              <a:off x="4601150" y="4482074"/>
              <a:ext cx="305700" cy="0"/>
            </a:xfrm>
            <a:prstGeom prst="straightConnector1">
              <a:avLst/>
            </a:prstGeom>
            <a:noFill/>
            <a:ln cap="flat" cmpd="sng" w="24975">
              <a:solidFill>
                <a:srgbClr val="3A70FC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44967" rotWithShape="0" dir="5400000" dist="22483">
                <a:srgbClr val="000000">
                  <a:alpha val="38040"/>
                </a:srgbClr>
              </a:outerShdw>
            </a:effectLst>
          </p:spPr>
        </p:cxnSp>
        <p:cxnSp>
          <p:nvCxnSpPr>
            <p:cNvPr id="384" name="Google Shape;384;p22"/>
            <p:cNvCxnSpPr/>
            <p:nvPr/>
          </p:nvCxnSpPr>
          <p:spPr>
            <a:xfrm>
              <a:off x="6259785" y="4482074"/>
              <a:ext cx="305700" cy="0"/>
            </a:xfrm>
            <a:prstGeom prst="straightConnector1">
              <a:avLst/>
            </a:prstGeom>
            <a:noFill/>
            <a:ln cap="flat" cmpd="sng" w="24975">
              <a:solidFill>
                <a:srgbClr val="3A70FC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44967" rotWithShape="0" dir="5400000" dist="22483">
                <a:srgbClr val="000000">
                  <a:alpha val="38040"/>
                </a:srgbClr>
              </a:outerShdw>
            </a:effectLst>
          </p:spPr>
        </p:cxnSp>
        <p:cxnSp>
          <p:nvCxnSpPr>
            <p:cNvPr id="385" name="Google Shape;385;p22"/>
            <p:cNvCxnSpPr/>
            <p:nvPr/>
          </p:nvCxnSpPr>
          <p:spPr>
            <a:xfrm>
              <a:off x="8125748" y="4482074"/>
              <a:ext cx="305700" cy="0"/>
            </a:xfrm>
            <a:prstGeom prst="straightConnector1">
              <a:avLst/>
            </a:prstGeom>
            <a:noFill/>
            <a:ln cap="flat" cmpd="sng" w="24975">
              <a:solidFill>
                <a:srgbClr val="3A70FC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44967" rotWithShape="0" dir="5400000" dist="22483">
                <a:srgbClr val="000000">
                  <a:alpha val="38040"/>
                </a:srgbClr>
              </a:outerShdw>
            </a:effectLst>
          </p:spPr>
        </p:cxnSp>
        <p:sp>
          <p:nvSpPr>
            <p:cNvPr id="386" name="Google Shape;386;p22"/>
            <p:cNvSpPr/>
            <p:nvPr/>
          </p:nvSpPr>
          <p:spPr>
            <a:xfrm>
              <a:off x="1281930" y="5186265"/>
              <a:ext cx="1689600" cy="649800"/>
            </a:xfrm>
            <a:prstGeom prst="roundRect">
              <a:avLst>
                <a:gd fmla="val 12000" name="adj"/>
              </a:avLst>
            </a:prstGeom>
            <a:solidFill>
              <a:srgbClr val="E9F1FF"/>
            </a:solidFill>
            <a:ln>
              <a:noFill/>
            </a:ln>
          </p:spPr>
          <p:txBody>
            <a:bodyPr anchorCtr="0" anchor="ctr" bIns="51375" lIns="51375" spcFirstLastPara="1" rIns="51375" wrap="square" tIns="51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37" u="none" cap="none" strike="noStrike">
                  <a:solidFill>
                    <a:srgbClr val="28282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i_tick</a:t>
              </a:r>
              <a:endParaRPr sz="1574"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12" u="none" cap="none" strike="noStrike">
                  <a:solidFill>
                    <a:srgbClr val="6B728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하위 카운터 o_tick</a:t>
              </a:r>
              <a:endParaRPr sz="1574"/>
            </a:p>
          </p:txBody>
        </p:sp>
        <p:cxnSp>
          <p:nvCxnSpPr>
            <p:cNvPr id="387" name="Google Shape;387;p22"/>
            <p:cNvCxnSpPr/>
            <p:nvPr/>
          </p:nvCxnSpPr>
          <p:spPr>
            <a:xfrm>
              <a:off x="2971670" y="5511215"/>
              <a:ext cx="383400" cy="0"/>
            </a:xfrm>
            <a:prstGeom prst="straightConnector1">
              <a:avLst/>
            </a:prstGeom>
            <a:noFill/>
            <a:ln cap="flat" cmpd="sng" w="24975">
              <a:solidFill>
                <a:srgbClr val="3A70FC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44967" rotWithShape="0" dir="5400000" dist="22483">
                <a:srgbClr val="000000">
                  <a:alpha val="38040"/>
                </a:srgbClr>
              </a:outerShdw>
            </a:effectLst>
          </p:spPr>
        </p:cxnSp>
      </p:grpSp>
      <p:cxnSp>
        <p:nvCxnSpPr>
          <p:cNvPr id="388" name="Google Shape;388;p22"/>
          <p:cNvCxnSpPr/>
          <p:nvPr/>
        </p:nvCxnSpPr>
        <p:spPr>
          <a:xfrm flipH="1" rot="10800000">
            <a:off x="5746950" y="2105775"/>
            <a:ext cx="14100" cy="375300"/>
          </a:xfrm>
          <a:prstGeom prst="straightConnector1">
            <a:avLst/>
          </a:prstGeom>
          <a:noFill/>
          <a:ln cap="flat" cmpd="sng" w="24975">
            <a:solidFill>
              <a:srgbClr val="3A70F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4967" rotWithShape="0" dir="5400000" dist="22483">
              <a:srgbClr val="000000">
                <a:alpha val="38040"/>
              </a:srgbClr>
            </a:outerShdw>
          </a:effectLst>
        </p:spPr>
      </p:cxnSp>
      <p:cxnSp>
        <p:nvCxnSpPr>
          <p:cNvPr id="389" name="Google Shape;389;p22"/>
          <p:cNvCxnSpPr/>
          <p:nvPr/>
        </p:nvCxnSpPr>
        <p:spPr>
          <a:xfrm flipH="1" rot="10800000">
            <a:off x="8120951" y="2105775"/>
            <a:ext cx="14100" cy="375300"/>
          </a:xfrm>
          <a:prstGeom prst="straightConnector1">
            <a:avLst/>
          </a:prstGeom>
          <a:noFill/>
          <a:ln cap="flat" cmpd="sng" w="24975">
            <a:solidFill>
              <a:srgbClr val="3A70F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4967" rotWithShape="0" dir="5400000" dist="22483">
              <a:srgbClr val="000000">
                <a:alpha val="38040"/>
              </a:srgbClr>
            </a:outerShdw>
          </a:effectLst>
        </p:spPr>
      </p:cxnSp>
      <p:cxnSp>
        <p:nvCxnSpPr>
          <p:cNvPr id="390" name="Google Shape;390;p22"/>
          <p:cNvCxnSpPr/>
          <p:nvPr/>
        </p:nvCxnSpPr>
        <p:spPr>
          <a:xfrm flipH="1" rot="10800000">
            <a:off x="10320731" y="2105775"/>
            <a:ext cx="14100" cy="375300"/>
          </a:xfrm>
          <a:prstGeom prst="straightConnector1">
            <a:avLst/>
          </a:prstGeom>
          <a:noFill/>
          <a:ln cap="flat" cmpd="sng" w="24975">
            <a:solidFill>
              <a:srgbClr val="3A70F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4967" rotWithShape="0" dir="5400000" dist="22483">
              <a:srgbClr val="000000">
                <a:alpha val="38040"/>
              </a:srgbClr>
            </a:outerShdw>
          </a:effectLst>
        </p:spPr>
      </p:cxnSp>
      <p:grpSp>
        <p:nvGrpSpPr>
          <p:cNvPr id="391" name="Google Shape;391;p22"/>
          <p:cNvGrpSpPr/>
          <p:nvPr/>
        </p:nvGrpSpPr>
        <p:grpSpPr>
          <a:xfrm>
            <a:off x="1005500" y="2992250"/>
            <a:ext cx="1877850" cy="1276200"/>
            <a:chOff x="1025825" y="2812200"/>
            <a:chExt cx="1877850" cy="1276200"/>
          </a:xfrm>
        </p:grpSpPr>
        <p:cxnSp>
          <p:nvCxnSpPr>
            <p:cNvPr id="392" name="Google Shape;392;p22"/>
            <p:cNvCxnSpPr/>
            <p:nvPr/>
          </p:nvCxnSpPr>
          <p:spPr>
            <a:xfrm flipH="1">
              <a:off x="2694575" y="2812200"/>
              <a:ext cx="209100" cy="9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3" name="Google Shape;393;p22"/>
            <p:cNvCxnSpPr/>
            <p:nvPr/>
          </p:nvCxnSpPr>
          <p:spPr>
            <a:xfrm flipH="1">
              <a:off x="2710600" y="2813100"/>
              <a:ext cx="1500" cy="9549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4" name="Google Shape;394;p22"/>
            <p:cNvCxnSpPr/>
            <p:nvPr/>
          </p:nvCxnSpPr>
          <p:spPr>
            <a:xfrm rot="10800000">
              <a:off x="1026150" y="3765900"/>
              <a:ext cx="1699500" cy="12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" name="Google Shape;395;p22"/>
            <p:cNvCxnSpPr/>
            <p:nvPr/>
          </p:nvCxnSpPr>
          <p:spPr>
            <a:xfrm flipH="1">
              <a:off x="1025825" y="3752100"/>
              <a:ext cx="7800" cy="3363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96" name="Google Shape;396;p22"/>
          <p:cNvSpPr txBox="1"/>
          <p:nvPr/>
        </p:nvSpPr>
        <p:spPr>
          <a:xfrm>
            <a:off x="543250" y="1174775"/>
            <a:ext cx="17535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37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watch_datapath</a:t>
            </a:r>
            <a:endParaRPr sz="1700"/>
          </a:p>
        </p:txBody>
      </p:sp>
      <p:sp>
        <p:nvSpPr>
          <p:cNvPr id="397" name="Google Shape;397;p22"/>
          <p:cNvSpPr/>
          <p:nvPr/>
        </p:nvSpPr>
        <p:spPr>
          <a:xfrm>
            <a:off x="3095435" y="5840729"/>
            <a:ext cx="1753500" cy="657900"/>
          </a:xfrm>
          <a:prstGeom prst="roundRect">
            <a:avLst>
              <a:gd fmla="val 12000" name="adj"/>
            </a:avLst>
          </a:prstGeom>
          <a:solidFill>
            <a:srgbClr val="E9F1FF"/>
          </a:solidFill>
          <a:ln>
            <a:noFill/>
          </a:ln>
        </p:spPr>
        <p:txBody>
          <a:bodyPr anchorCtr="0" anchor="ctr" bIns="51375" lIns="51375" spcFirstLastPara="1" rIns="51375" wrap="square" tIns="51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37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counter_reg</a:t>
            </a:r>
            <a:endParaRPr sz="1574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 시간 값</a:t>
            </a:r>
            <a:endParaRPr sz="1574"/>
          </a:p>
        </p:txBody>
      </p:sp>
      <p:cxnSp>
        <p:nvCxnSpPr>
          <p:cNvPr id="398" name="Google Shape;398;p22"/>
          <p:cNvCxnSpPr/>
          <p:nvPr/>
        </p:nvCxnSpPr>
        <p:spPr>
          <a:xfrm>
            <a:off x="4848916" y="6169669"/>
            <a:ext cx="431100" cy="0"/>
          </a:xfrm>
          <a:prstGeom prst="straightConnector1">
            <a:avLst/>
          </a:prstGeom>
          <a:noFill/>
          <a:ln cap="flat" cmpd="sng" w="24975">
            <a:solidFill>
              <a:srgbClr val="3A70F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4967" rotWithShape="0" dir="5400000" dist="22483">
              <a:srgbClr val="000000">
                <a:alpha val="38040"/>
              </a:srgbClr>
            </a:outerShdw>
          </a:effectLst>
        </p:spPr>
      </p:cxnSp>
      <p:sp>
        <p:nvSpPr>
          <p:cNvPr id="399" name="Google Shape;399;p22"/>
          <p:cNvSpPr/>
          <p:nvPr/>
        </p:nvSpPr>
        <p:spPr>
          <a:xfrm>
            <a:off x="5280035" y="5840729"/>
            <a:ext cx="1753500" cy="657900"/>
          </a:xfrm>
          <a:prstGeom prst="roundRect">
            <a:avLst>
              <a:gd fmla="val 12000" name="adj"/>
            </a:avLst>
          </a:prstGeom>
          <a:solidFill>
            <a:srgbClr val="E9F1FF"/>
          </a:solidFill>
          <a:ln>
            <a:noFill/>
          </a:ln>
        </p:spPr>
        <p:txBody>
          <a:bodyPr anchorCtr="0" anchor="ctr" bIns="51375" lIns="51375" spcFirstLastPara="1" rIns="51375" wrap="square" tIns="51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37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counter_reg +1</a:t>
            </a:r>
            <a:endParaRPr sz="1574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 시간 </a:t>
            </a:r>
            <a:r>
              <a:rPr lang="en-US" sz="1012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증가</a:t>
            </a:r>
            <a:endParaRPr sz="1574"/>
          </a:p>
        </p:txBody>
      </p:sp>
      <p:grpSp>
        <p:nvGrpSpPr>
          <p:cNvPr id="400" name="Google Shape;400;p22"/>
          <p:cNvGrpSpPr/>
          <p:nvPr/>
        </p:nvGrpSpPr>
        <p:grpSpPr>
          <a:xfrm>
            <a:off x="779122" y="4605865"/>
            <a:ext cx="2330624" cy="730895"/>
            <a:chOff x="1281930" y="5186265"/>
            <a:chExt cx="2073140" cy="649800"/>
          </a:xfrm>
        </p:grpSpPr>
        <p:sp>
          <p:nvSpPr>
            <p:cNvPr id="401" name="Google Shape;401;p22"/>
            <p:cNvSpPr/>
            <p:nvPr/>
          </p:nvSpPr>
          <p:spPr>
            <a:xfrm>
              <a:off x="1281930" y="5186265"/>
              <a:ext cx="1689600" cy="649800"/>
            </a:xfrm>
            <a:prstGeom prst="roundRect">
              <a:avLst>
                <a:gd fmla="val 12000" name="adj"/>
              </a:avLst>
            </a:prstGeom>
            <a:solidFill>
              <a:srgbClr val="E9F1FF"/>
            </a:solidFill>
            <a:ln>
              <a:noFill/>
            </a:ln>
          </p:spPr>
          <p:txBody>
            <a:bodyPr anchorCtr="0" anchor="ctr" bIns="51375" lIns="51375" spcFirstLastPara="1" rIns="51375" wrap="square" tIns="51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37">
                  <a:solidFill>
                    <a:srgbClr val="28282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수정모드 &amp; 채택 모듈</a:t>
              </a:r>
              <a:endParaRPr sz="1574"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12">
                  <a:solidFill>
                    <a:srgbClr val="6B728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SW 2 &amp; selected_digit</a:t>
              </a:r>
              <a:endParaRPr sz="1574"/>
            </a:p>
          </p:txBody>
        </p:sp>
        <p:cxnSp>
          <p:nvCxnSpPr>
            <p:cNvPr id="402" name="Google Shape;402;p22"/>
            <p:cNvCxnSpPr/>
            <p:nvPr/>
          </p:nvCxnSpPr>
          <p:spPr>
            <a:xfrm>
              <a:off x="2971670" y="5511215"/>
              <a:ext cx="383400" cy="0"/>
            </a:xfrm>
            <a:prstGeom prst="straightConnector1">
              <a:avLst/>
            </a:prstGeom>
            <a:noFill/>
            <a:ln cap="flat" cmpd="sng" w="24975">
              <a:solidFill>
                <a:srgbClr val="3A70FC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44967" rotWithShape="0" dir="5400000" dist="22483">
                <a:srgbClr val="000000">
                  <a:alpha val="38040"/>
                </a:srgbClr>
              </a:outerShdw>
            </a:effectLst>
          </p:spPr>
        </p:cxnSp>
      </p:grpSp>
      <p:sp>
        <p:nvSpPr>
          <p:cNvPr id="403" name="Google Shape;403;p22"/>
          <p:cNvSpPr/>
          <p:nvPr/>
        </p:nvSpPr>
        <p:spPr>
          <a:xfrm>
            <a:off x="8802210" y="5840729"/>
            <a:ext cx="1753500" cy="657900"/>
          </a:xfrm>
          <a:prstGeom prst="roundRect">
            <a:avLst>
              <a:gd fmla="val 12000" name="adj"/>
            </a:avLst>
          </a:prstGeom>
          <a:solidFill>
            <a:srgbClr val="E9F1FF"/>
          </a:solidFill>
          <a:ln>
            <a:noFill/>
          </a:ln>
        </p:spPr>
        <p:txBody>
          <a:bodyPr anchorCtr="0" anchor="ctr" bIns="51375" lIns="51375" spcFirstLastPara="1" rIns="51375" wrap="square" tIns="51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37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출력</a:t>
            </a:r>
            <a:endParaRPr sz="1574"/>
          </a:p>
        </p:txBody>
      </p:sp>
      <p:cxnSp>
        <p:nvCxnSpPr>
          <p:cNvPr id="404" name="Google Shape;404;p22"/>
          <p:cNvCxnSpPr>
            <a:endCxn id="403" idx="1"/>
          </p:cNvCxnSpPr>
          <p:nvPr/>
        </p:nvCxnSpPr>
        <p:spPr>
          <a:xfrm>
            <a:off x="7033410" y="6169679"/>
            <a:ext cx="1768800" cy="0"/>
          </a:xfrm>
          <a:prstGeom prst="straightConnector1">
            <a:avLst/>
          </a:prstGeom>
          <a:noFill/>
          <a:ln cap="flat" cmpd="sng" w="24975">
            <a:solidFill>
              <a:srgbClr val="3A70F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4967" rotWithShape="0" dir="5400000" dist="22483">
              <a:srgbClr val="000000">
                <a:alpha val="38040"/>
              </a:srgbClr>
            </a:outerShdw>
          </a:effectLst>
        </p:spPr>
      </p:cxnSp>
      <p:cxnSp>
        <p:nvCxnSpPr>
          <p:cNvPr id="405" name="Google Shape;405;p22"/>
          <p:cNvCxnSpPr>
            <a:stCxn id="382" idx="2"/>
          </p:cNvCxnSpPr>
          <p:nvPr/>
        </p:nvCxnSpPr>
        <p:spPr>
          <a:xfrm>
            <a:off x="9563361" y="5296808"/>
            <a:ext cx="5400" cy="546600"/>
          </a:xfrm>
          <a:prstGeom prst="straightConnector1">
            <a:avLst/>
          </a:prstGeom>
          <a:noFill/>
          <a:ln cap="flat" cmpd="sng" w="24975">
            <a:solidFill>
              <a:srgbClr val="3A70F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4967" rotWithShape="0" dir="5400000" dist="22483">
              <a:srgbClr val="000000">
                <a:alpha val="38040"/>
              </a:srgbClr>
            </a:outerShdw>
          </a:effectLst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BFF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3EBFF"/>
              </a:gs>
              <a:gs pos="100000">
                <a:srgbClr val="F6F9FF"/>
              </a:gs>
            </a:gsLst>
            <a:lin ang="419989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2" name="Google Shape;412;p20"/>
          <p:cNvSpPr txBox="1"/>
          <p:nvPr/>
        </p:nvSpPr>
        <p:spPr>
          <a:xfrm>
            <a:off x="1596000" y="861020"/>
            <a:ext cx="90000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watch_datapath - </a:t>
            </a:r>
            <a:r>
              <a:rPr b="1" lang="en-US" sz="3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tick_counter 범용 모듈 설계</a:t>
            </a:r>
            <a:endParaRPr sz="3000">
              <a:solidFill>
                <a:srgbClr val="282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3" name="Google Shape;413;p20"/>
          <p:cNvSpPr txBox="1"/>
          <p:nvPr/>
        </p:nvSpPr>
        <p:spPr>
          <a:xfrm>
            <a:off x="812800" y="1390000"/>
            <a:ext cx="10426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TIMES 하나만 받아 최댓값과 자리별 한계를 계산 → 범위가 다른 msec · sec · min · hour를 같은 모듈로 처리</a:t>
            </a:r>
            <a:endParaRPr/>
          </a:p>
        </p:txBody>
      </p:sp>
      <p:sp>
        <p:nvSpPr>
          <p:cNvPr id="414" name="Google Shape;414;p20"/>
          <p:cNvSpPr/>
          <p:nvPr/>
        </p:nvSpPr>
        <p:spPr>
          <a:xfrm>
            <a:off x="812800" y="1830000"/>
            <a:ext cx="4250100" cy="23001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2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0"/>
          <p:cNvSpPr txBox="1"/>
          <p:nvPr/>
        </p:nvSpPr>
        <p:spPr>
          <a:xfrm>
            <a:off x="1032800" y="1980000"/>
            <a:ext cx="381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파라미터 → 로컬 파라미터</a:t>
            </a:r>
            <a:endParaRPr/>
          </a:p>
        </p:txBody>
      </p:sp>
      <p:sp>
        <p:nvSpPr>
          <p:cNvPr id="416" name="Google Shape;416;p20"/>
          <p:cNvSpPr/>
          <p:nvPr/>
        </p:nvSpPr>
        <p:spPr>
          <a:xfrm>
            <a:off x="5292800" y="1830000"/>
            <a:ext cx="5946900" cy="23001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2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0"/>
          <p:cNvSpPr txBox="1"/>
          <p:nvPr/>
        </p:nvSpPr>
        <p:spPr>
          <a:xfrm>
            <a:off x="5512800" y="1980000"/>
            <a:ext cx="5506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인스턴스별 자동 계산 값</a:t>
            </a:r>
            <a:endParaRPr/>
          </a:p>
        </p:txBody>
      </p:sp>
      <p:graphicFrame>
        <p:nvGraphicFramePr>
          <p:cNvPr id="418" name="Google Shape;418;p20"/>
          <p:cNvGraphicFramePr/>
          <p:nvPr/>
        </p:nvGraphicFramePr>
        <p:xfrm>
          <a:off x="5512800" y="235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{C6EE83A4-4D7C-47F0-BE3B-7B4E7B42BC90}</a:tableStyleId>
              </a:tblPr>
              <a:tblGrid>
                <a:gridCol w="1321625"/>
                <a:gridCol w="1470775"/>
                <a:gridCol w="621825"/>
                <a:gridCol w="1046300"/>
                <a:gridCol w="1046300"/>
              </a:tblGrid>
              <a:tr h="32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단위</a:t>
                      </a:r>
                      <a:endParaRPr/>
                    </a:p>
                  </a:txBody>
                  <a:tcPr marT="45725" marB="45725" marR="60000" marL="6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B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1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TIMES(</a:t>
                      </a:r>
                      <a:r>
                        <a:rPr b="1" lang="en-US" sz="1200">
                          <a:solidFill>
                            <a:srgbClr val="282828"/>
                          </a:solidFill>
                        </a:rPr>
                        <a:t>카운트횟수)</a:t>
                      </a:r>
                      <a:endParaRPr/>
                    </a:p>
                  </a:txBody>
                  <a:tcPr marT="45725" marB="45725" marR="60000" marL="6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B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1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max</a:t>
                      </a:r>
                      <a:endParaRPr/>
                    </a:p>
                  </a:txBody>
                  <a:tcPr marT="45725" marB="45725" marR="60000" marL="6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B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1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max_10</a:t>
                      </a:r>
                      <a:endParaRPr/>
                    </a:p>
                  </a:txBody>
                  <a:tcPr marT="45725" marB="45725" marR="60000" marL="6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B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1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max_1</a:t>
                      </a:r>
                      <a:endParaRPr/>
                    </a:p>
                  </a:txBody>
                  <a:tcPr marT="45725" marB="45725" marR="60000" marL="6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B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1FF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msec</a:t>
                      </a:r>
                      <a:endParaRPr/>
                    </a:p>
                  </a:txBody>
                  <a:tcPr marT="45725" marB="45725" marR="60000" marL="6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B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B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100</a:t>
                      </a:r>
                      <a:endParaRPr/>
                    </a:p>
                  </a:txBody>
                  <a:tcPr marT="45725" marB="45725" marR="60000" marL="6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B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B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99</a:t>
                      </a:r>
                      <a:endParaRPr/>
                    </a:p>
                  </a:txBody>
                  <a:tcPr marT="45725" marB="45725" marR="60000" marL="6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B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B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</a:t>
                      </a:r>
                      <a:endParaRPr/>
                    </a:p>
                  </a:txBody>
                  <a:tcPr marT="45725" marB="45725" marR="60000" marL="6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B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B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</a:t>
                      </a:r>
                      <a:endParaRPr/>
                    </a:p>
                  </a:txBody>
                  <a:tcPr marT="45725" marB="45725" marR="60000" marL="6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B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B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sec</a:t>
                      </a:r>
                      <a:endParaRPr/>
                    </a:p>
                  </a:txBody>
                  <a:tcPr marT="45725" marB="45725" marR="60000" marL="6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B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B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60</a:t>
                      </a:r>
                      <a:endParaRPr/>
                    </a:p>
                  </a:txBody>
                  <a:tcPr marT="45725" marB="45725" marR="60000" marL="6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B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B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59</a:t>
                      </a:r>
                      <a:endParaRPr/>
                    </a:p>
                  </a:txBody>
                  <a:tcPr marT="45725" marB="45725" marR="60000" marL="6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B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B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/>
                    </a:p>
                  </a:txBody>
                  <a:tcPr marT="45725" marB="45725" marR="60000" marL="6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B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B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</a:t>
                      </a:r>
                      <a:endParaRPr/>
                    </a:p>
                  </a:txBody>
                  <a:tcPr marT="45725" marB="45725" marR="60000" marL="6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B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B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min</a:t>
                      </a:r>
                      <a:endParaRPr/>
                    </a:p>
                  </a:txBody>
                  <a:tcPr marT="45725" marB="45725" marR="60000" marL="6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B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B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60</a:t>
                      </a:r>
                      <a:endParaRPr/>
                    </a:p>
                  </a:txBody>
                  <a:tcPr marT="45725" marB="45725" marR="60000" marL="6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B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B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59</a:t>
                      </a:r>
                      <a:endParaRPr/>
                    </a:p>
                  </a:txBody>
                  <a:tcPr marT="45725" marB="45725" marR="60000" marL="6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B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B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/>
                    </a:p>
                  </a:txBody>
                  <a:tcPr marT="45725" marB="45725" marR="60000" marL="6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B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B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</a:t>
                      </a:r>
                      <a:endParaRPr/>
                    </a:p>
                  </a:txBody>
                  <a:tcPr marT="45725" marB="45725" marR="60000" marL="6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B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B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hour</a:t>
                      </a:r>
                      <a:endParaRPr/>
                    </a:p>
                  </a:txBody>
                  <a:tcPr marT="45725" marB="45725" marR="60000" marL="6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B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B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24</a:t>
                      </a:r>
                      <a:endParaRPr/>
                    </a:p>
                  </a:txBody>
                  <a:tcPr marT="45725" marB="45725" marR="60000" marL="6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B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B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23</a:t>
                      </a:r>
                      <a:endParaRPr/>
                    </a:p>
                  </a:txBody>
                  <a:tcPr marT="45725" marB="45725" marR="60000" marL="6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B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B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3A70F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/>
                    </a:p>
                  </a:txBody>
                  <a:tcPr marT="45725" marB="45725" marR="60000" marL="6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B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B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3A70F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/>
                    </a:p>
                  </a:txBody>
                  <a:tcPr marT="45725" marB="45725" marR="60000" marL="6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B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BFF"/>
                    </a:solidFill>
                  </a:tcPr>
                </a:tc>
              </a:tr>
            </a:tbl>
          </a:graphicData>
        </a:graphic>
      </p:graphicFrame>
      <p:sp>
        <p:nvSpPr>
          <p:cNvPr id="419" name="Google Shape;419;p20"/>
          <p:cNvSpPr/>
          <p:nvPr/>
        </p:nvSpPr>
        <p:spPr>
          <a:xfrm>
            <a:off x="812800" y="4360000"/>
            <a:ext cx="5098500" cy="13299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2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0"/>
          <p:cNvSpPr txBox="1"/>
          <p:nvPr/>
        </p:nvSpPr>
        <p:spPr>
          <a:xfrm>
            <a:off x="1032800" y="4480000"/>
            <a:ext cx="4658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1의 자리 범위</a:t>
            </a:r>
            <a:endParaRPr/>
          </a:p>
        </p:txBody>
      </p:sp>
      <p:sp>
        <p:nvSpPr>
          <p:cNvPr id="421" name="Google Shape;421;p20"/>
          <p:cNvSpPr txBox="1"/>
          <p:nvPr/>
        </p:nvSpPr>
        <p:spPr>
          <a:xfrm>
            <a:off x="1032800" y="4800000"/>
            <a:ext cx="46584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10의 자리 = max_10  →  0 ~ max_1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 외  →  0 ~ 9</a:t>
            </a:r>
            <a:endParaRPr/>
          </a:p>
        </p:txBody>
      </p:sp>
      <p:sp>
        <p:nvSpPr>
          <p:cNvPr id="422" name="Google Shape;422;p20"/>
          <p:cNvSpPr/>
          <p:nvPr/>
        </p:nvSpPr>
        <p:spPr>
          <a:xfrm>
            <a:off x="1032800" y="5310000"/>
            <a:ext cx="4658400" cy="279900"/>
          </a:xfrm>
          <a:prstGeom prst="roundRect">
            <a:avLst>
              <a:gd fmla="val 30000" name="adj"/>
            </a:avLst>
          </a:prstGeom>
          <a:solidFill>
            <a:srgbClr val="C9DAF8"/>
          </a:solidFill>
          <a:ln>
            <a:noFill/>
          </a:ln>
        </p:spPr>
        <p:txBody>
          <a:bodyPr anchorCtr="0" anchor="ctr" bIns="45700" lIns="120000" spcFirstLastPara="1" rIns="1200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예) hour 2x : 1의 자리 0 ~ 3   (23 다음 20)</a:t>
            </a:r>
            <a:endParaRPr/>
          </a:p>
        </p:txBody>
      </p:sp>
      <p:sp>
        <p:nvSpPr>
          <p:cNvPr id="423" name="Google Shape;423;p20"/>
          <p:cNvSpPr/>
          <p:nvPr/>
        </p:nvSpPr>
        <p:spPr>
          <a:xfrm>
            <a:off x="6141200" y="4360000"/>
            <a:ext cx="5098500" cy="13299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2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20"/>
          <p:cNvSpPr txBox="1"/>
          <p:nvPr/>
        </p:nvSpPr>
        <p:spPr>
          <a:xfrm>
            <a:off x="6361200" y="4480000"/>
            <a:ext cx="4658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④ 10의 자리 범위</a:t>
            </a:r>
            <a:endParaRPr/>
          </a:p>
        </p:txBody>
      </p:sp>
      <p:sp>
        <p:nvSpPr>
          <p:cNvPr id="425" name="Google Shape;425;p20"/>
          <p:cNvSpPr txBox="1"/>
          <p:nvPr/>
        </p:nvSpPr>
        <p:spPr>
          <a:xfrm>
            <a:off x="6361200" y="4800000"/>
            <a:ext cx="46584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1의 자리 &gt; max_1  →  0 ~ max_10 − 1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 외  →  0 ~ max_10</a:t>
            </a:r>
            <a:endParaRPr/>
          </a:p>
        </p:txBody>
      </p:sp>
      <p:sp>
        <p:nvSpPr>
          <p:cNvPr id="426" name="Google Shape;426;p20"/>
          <p:cNvSpPr/>
          <p:nvPr/>
        </p:nvSpPr>
        <p:spPr>
          <a:xfrm>
            <a:off x="6361200" y="5310000"/>
            <a:ext cx="4658400" cy="279900"/>
          </a:xfrm>
          <a:prstGeom prst="roundRect">
            <a:avLst>
              <a:gd fmla="val 30000" name="adj"/>
            </a:avLst>
          </a:prstGeom>
          <a:solidFill>
            <a:srgbClr val="C9DAF8"/>
          </a:solidFill>
          <a:ln>
            <a:noFill/>
          </a:ln>
        </p:spPr>
        <p:txBody>
          <a:bodyPr anchorCtr="0" anchor="ctr" bIns="45700" lIns="120000" spcFirstLastPara="1" rIns="1200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예) hour 19 : 10의 자리 0 ~ 1   (29 불가)</a:t>
            </a:r>
            <a:endParaRPr/>
          </a:p>
        </p:txBody>
      </p:sp>
      <p:sp>
        <p:nvSpPr>
          <p:cNvPr id="427" name="Google Shape;427;p20"/>
          <p:cNvSpPr/>
          <p:nvPr/>
        </p:nvSpPr>
        <p:spPr>
          <a:xfrm>
            <a:off x="812800" y="5890000"/>
            <a:ext cx="10426800" cy="666600"/>
          </a:xfrm>
          <a:prstGeom prst="roundRect">
            <a:avLst>
              <a:gd fmla="val 50000" name="adj"/>
            </a:avLst>
          </a:prstGeom>
          <a:solidFill>
            <a:srgbClr val="3A70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모듈 × 4 인스턴스  ·  TIMES만 바꿔 범위가 다른 단위에 재사용</a:t>
            </a:r>
            <a:endParaRPr sz="2200"/>
          </a:p>
        </p:txBody>
      </p:sp>
      <p:pic>
        <p:nvPicPr>
          <p:cNvPr id="428" name="Google Shape;42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2800" y="2282850"/>
            <a:ext cx="30861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2800" y="3250150"/>
            <a:ext cx="2705100" cy="7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20"/>
          <p:cNvSpPr/>
          <p:nvPr/>
        </p:nvSpPr>
        <p:spPr>
          <a:xfrm>
            <a:off x="1357650" y="2508475"/>
            <a:ext cx="1698000" cy="227700"/>
          </a:xfrm>
          <a:prstGeom prst="rect">
            <a:avLst/>
          </a:prstGeom>
          <a:noFill/>
          <a:ln cap="flat" cmpd="sng" w="38100">
            <a:solidFill>
              <a:srgbClr val="96B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1" name="Google Shape;431;p20"/>
          <p:cNvSpPr/>
          <p:nvPr/>
        </p:nvSpPr>
        <p:spPr>
          <a:xfrm>
            <a:off x="2039900" y="3287175"/>
            <a:ext cx="1665000" cy="227700"/>
          </a:xfrm>
          <a:prstGeom prst="rect">
            <a:avLst/>
          </a:prstGeom>
          <a:noFill/>
          <a:ln cap="flat" cmpd="sng" w="38100">
            <a:solidFill>
              <a:srgbClr val="96B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BFF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3"/>
          <p:cNvSpPr/>
          <p:nvPr/>
        </p:nvSpPr>
        <p:spPr>
          <a:xfrm>
            <a:off x="-50" y="0"/>
            <a:ext cx="12192000" cy="6858000"/>
          </a:xfrm>
          <a:prstGeom prst="rect">
            <a:avLst/>
          </a:prstGeom>
          <a:gradFill>
            <a:gsLst>
              <a:gs pos="0">
                <a:srgbClr val="E3EBFF"/>
              </a:gs>
              <a:gs pos="100000">
                <a:srgbClr val="F6F9FF"/>
              </a:gs>
            </a:gsLst>
            <a:lin ang="419989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8" name="Google Shape;438;p23"/>
          <p:cNvSpPr txBox="1"/>
          <p:nvPr>
            <p:ph type="title"/>
          </p:nvPr>
        </p:nvSpPr>
        <p:spPr>
          <a:xfrm>
            <a:off x="4547840" y="752824"/>
            <a:ext cx="30963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Malgun Gothic"/>
              <a:buNone/>
            </a:pPr>
            <a:r>
              <a:rPr b="1" lang="en-US" sz="3000">
                <a:latin typeface="Malgun Gothic"/>
                <a:ea typeface="Malgun Gothic"/>
                <a:cs typeface="Malgun Gothic"/>
                <a:sym typeface="Malgun Gothic"/>
              </a:rPr>
              <a:t>FND_controller</a:t>
            </a:r>
            <a:endParaRPr sz="3000"/>
          </a:p>
        </p:txBody>
      </p:sp>
      <p:sp>
        <p:nvSpPr>
          <p:cNvPr id="439" name="Google Shape;439;p23"/>
          <p:cNvSpPr/>
          <p:nvPr/>
        </p:nvSpPr>
        <p:spPr>
          <a:xfrm>
            <a:off x="812800" y="1496025"/>
            <a:ext cx="10566300" cy="1359600"/>
          </a:xfrm>
          <a:prstGeom prst="roundRect">
            <a:avLst>
              <a:gd fmla="val 13159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0" name="Google Shape;440;p23"/>
          <p:cNvSpPr/>
          <p:nvPr/>
        </p:nvSpPr>
        <p:spPr>
          <a:xfrm>
            <a:off x="1041400" y="1710742"/>
            <a:ext cx="1676400" cy="930300"/>
          </a:xfrm>
          <a:prstGeom prst="roundRect">
            <a:avLst>
              <a:gd fmla="val 11540" name="adj"/>
            </a:avLst>
          </a:prstGeom>
          <a:solidFill>
            <a:srgbClr val="F6F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1" name="Google Shape;441;p23"/>
          <p:cNvSpPr/>
          <p:nvPr/>
        </p:nvSpPr>
        <p:spPr>
          <a:xfrm>
            <a:off x="1168400" y="1853887"/>
            <a:ext cx="14733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3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100 MHz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2" name="Google Shape;442;p23"/>
          <p:cNvSpPr/>
          <p:nvPr/>
        </p:nvSpPr>
        <p:spPr>
          <a:xfrm>
            <a:off x="1168400" y="2197351"/>
            <a:ext cx="14733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8C8C8C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클럭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arrow-right" id="443" name="Google Shape;44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6700" y="2086357"/>
            <a:ext cx="254000" cy="178931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23"/>
          <p:cNvSpPr/>
          <p:nvPr/>
        </p:nvSpPr>
        <p:spPr>
          <a:xfrm>
            <a:off x="3149600" y="1710742"/>
            <a:ext cx="1676400" cy="930300"/>
          </a:xfrm>
          <a:prstGeom prst="roundRect">
            <a:avLst>
              <a:gd fmla="val 11540" name="adj"/>
            </a:avLst>
          </a:prstGeom>
          <a:solidFill>
            <a:srgbClr val="F6F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5" name="Google Shape;445;p23"/>
          <p:cNvSpPr/>
          <p:nvPr/>
        </p:nvSpPr>
        <p:spPr>
          <a:xfrm>
            <a:off x="3276600" y="1853887"/>
            <a:ext cx="14733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3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2 kHz 분주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6" name="Google Shape;446;p23"/>
          <p:cNvSpPr/>
          <p:nvPr/>
        </p:nvSpPr>
        <p:spPr>
          <a:xfrm>
            <a:off x="3276600" y="2197351"/>
            <a:ext cx="14733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8C8C8C"/>
                </a:solidFill>
                <a:latin typeface="Malgun Gothic"/>
                <a:ea typeface="Malgun Gothic"/>
                <a:cs typeface="Malgun Gothic"/>
                <a:sym typeface="Malgun Gothic"/>
              </a:rPr>
              <a:t>÷50,000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arrow-right" id="447" name="Google Shape;44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14900" y="2086357"/>
            <a:ext cx="254000" cy="178931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23"/>
          <p:cNvSpPr/>
          <p:nvPr/>
        </p:nvSpPr>
        <p:spPr>
          <a:xfrm>
            <a:off x="5257800" y="1710742"/>
            <a:ext cx="1676400" cy="930300"/>
          </a:xfrm>
          <a:prstGeom prst="roundRect">
            <a:avLst>
              <a:gd fmla="val 11540" name="adj"/>
            </a:avLst>
          </a:prstGeom>
          <a:solidFill>
            <a:srgbClr val="F6F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9" name="Google Shape;449;p23"/>
          <p:cNvSpPr/>
          <p:nvPr/>
        </p:nvSpPr>
        <p:spPr>
          <a:xfrm>
            <a:off x="5384800" y="1853887"/>
            <a:ext cx="14733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3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ds_sel 0→7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0" name="Google Shape;450;p23"/>
          <p:cNvSpPr/>
          <p:nvPr/>
        </p:nvSpPr>
        <p:spPr>
          <a:xfrm>
            <a:off x="5384800" y="2197351"/>
            <a:ext cx="14733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8C8C8C"/>
                </a:solidFill>
                <a:latin typeface="Malgun Gothic"/>
                <a:ea typeface="Malgun Gothic"/>
                <a:cs typeface="Malgun Gothic"/>
                <a:sym typeface="Malgun Gothic"/>
              </a:rPr>
              <a:t>counter_8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arrow-right" id="451" name="Google Shape;45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3100" y="2086357"/>
            <a:ext cx="254000" cy="178931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23"/>
          <p:cNvSpPr/>
          <p:nvPr/>
        </p:nvSpPr>
        <p:spPr>
          <a:xfrm>
            <a:off x="7366000" y="1710742"/>
            <a:ext cx="1676400" cy="930300"/>
          </a:xfrm>
          <a:prstGeom prst="roundRect">
            <a:avLst>
              <a:gd fmla="val 11540" name="adj"/>
            </a:avLst>
          </a:prstGeom>
          <a:solidFill>
            <a:srgbClr val="E9F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3" name="Google Shape;453;p23"/>
          <p:cNvSpPr/>
          <p:nvPr/>
        </p:nvSpPr>
        <p:spPr>
          <a:xfrm>
            <a:off x="7493000" y="1853887"/>
            <a:ext cx="14733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3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자리 · 값 선택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4" name="Google Shape;454;p23"/>
          <p:cNvSpPr/>
          <p:nvPr/>
        </p:nvSpPr>
        <p:spPr>
          <a:xfrm>
            <a:off x="7493000" y="2197351"/>
            <a:ext cx="14733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8C8C8C"/>
                </a:solidFill>
                <a:latin typeface="Malgun Gothic"/>
                <a:ea typeface="Malgun Gothic"/>
                <a:cs typeface="Malgun Gothic"/>
                <a:sym typeface="Malgun Gothic"/>
              </a:rPr>
              <a:t>MUX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arrow-right" id="455" name="Google Shape;45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300" y="2086357"/>
            <a:ext cx="254000" cy="178931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23"/>
          <p:cNvSpPr/>
          <p:nvPr/>
        </p:nvSpPr>
        <p:spPr>
          <a:xfrm>
            <a:off x="9474200" y="1710742"/>
            <a:ext cx="1676400" cy="930300"/>
          </a:xfrm>
          <a:prstGeom prst="roundRect">
            <a:avLst>
              <a:gd fmla="val 11540" name="adj"/>
            </a:avLst>
          </a:prstGeom>
          <a:gradFill>
            <a:gsLst>
              <a:gs pos="0">
                <a:srgbClr val="6E97FF"/>
              </a:gs>
              <a:gs pos="100000">
                <a:srgbClr val="3A70FC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7" name="Google Shape;457;p23"/>
          <p:cNvSpPr/>
          <p:nvPr/>
        </p:nvSpPr>
        <p:spPr>
          <a:xfrm>
            <a:off x="9601200" y="1853887"/>
            <a:ext cx="14733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decoder | bcd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8" name="Google Shape;458;p23"/>
          <p:cNvSpPr/>
          <p:nvPr/>
        </p:nvSpPr>
        <p:spPr>
          <a:xfrm>
            <a:off x="9601200" y="2197351"/>
            <a:ext cx="14733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E3EBFF"/>
              </a:buClr>
              <a:buSzPts val="12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E3E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7segments 출력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9" name="Google Shape;459;p23"/>
          <p:cNvSpPr/>
          <p:nvPr/>
        </p:nvSpPr>
        <p:spPr>
          <a:xfrm>
            <a:off x="789950" y="3280121"/>
            <a:ext cx="6395700" cy="2696400"/>
          </a:xfrm>
          <a:prstGeom prst="roundRect">
            <a:avLst>
              <a:gd fmla="val 4710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460" name="Google Shape;460;p23"/>
          <p:cNvGraphicFramePr/>
          <p:nvPr/>
        </p:nvGraphicFramePr>
        <p:xfrm>
          <a:off x="1005850" y="34706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{C6EE83A4-4D7C-47F0-BE3B-7B4E7B42BC90}</a:tableStyleId>
              </a:tblPr>
              <a:tblGrid>
                <a:gridCol w="956250"/>
                <a:gridCol w="1195325"/>
                <a:gridCol w="1912525"/>
                <a:gridCol w="1912525"/>
              </a:tblGrid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ds_sel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1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fnd_com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1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SW0=0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1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SW0=1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1FF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1110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1/100초 1의 자리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분 1의 자리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1101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1/100초 10의 자리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분 10의 자리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1011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초 1의 자리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 1의 자리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0111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초 10의 자리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 10의 자리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 · 5 · 7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—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꺼짐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꺼짐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1011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가운데 점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가운데 점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61" name="Google Shape;461;p23"/>
          <p:cNvSpPr/>
          <p:nvPr/>
        </p:nvSpPr>
        <p:spPr>
          <a:xfrm>
            <a:off x="7492990" y="3280122"/>
            <a:ext cx="3993000" cy="723900"/>
          </a:xfrm>
          <a:prstGeom prst="roundRect">
            <a:avLst>
              <a:gd fmla="val 14037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5400000" dist="50800">
              <a:srgbClr val="3A70F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2" name="Google Shape;462;p23"/>
          <p:cNvSpPr/>
          <p:nvPr/>
        </p:nvSpPr>
        <p:spPr>
          <a:xfrm>
            <a:off x="7670790" y="3407122"/>
            <a:ext cx="3746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3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잔상 효과</a:t>
            </a:r>
            <a:endParaRPr b="0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3" name="Google Shape;463;p23"/>
          <p:cNvSpPr/>
          <p:nvPr/>
        </p:nvSpPr>
        <p:spPr>
          <a:xfrm>
            <a:off x="7670790" y="3663602"/>
            <a:ext cx="37464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2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슬롯 0.5 ms, 프레임 4 ms (250 Hz)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4" name="Google Shape;464;p23"/>
          <p:cNvSpPr/>
          <p:nvPr/>
        </p:nvSpPr>
        <p:spPr>
          <a:xfrm>
            <a:off x="7492990" y="4105523"/>
            <a:ext cx="3993000" cy="723900"/>
          </a:xfrm>
          <a:prstGeom prst="roundRect">
            <a:avLst>
              <a:gd fmla="val 14037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5400000" dist="50800">
              <a:srgbClr val="3A70F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5" name="Google Shape;465;p23"/>
          <p:cNvSpPr/>
          <p:nvPr/>
        </p:nvSpPr>
        <p:spPr>
          <a:xfrm>
            <a:off x="7670790" y="4232523"/>
            <a:ext cx="3746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3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active-low</a:t>
            </a:r>
            <a:endParaRPr b="0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6" name="Google Shape;466;p23"/>
          <p:cNvSpPr/>
          <p:nvPr/>
        </p:nvSpPr>
        <p:spPr>
          <a:xfrm>
            <a:off x="7670790" y="4489003"/>
            <a:ext cx="37464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2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fnd_com · fnd_font 0일 때 점등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7" name="Google Shape;467;p23"/>
          <p:cNvSpPr/>
          <p:nvPr/>
        </p:nvSpPr>
        <p:spPr>
          <a:xfrm>
            <a:off x="7492990" y="4930923"/>
            <a:ext cx="3993000" cy="723900"/>
          </a:xfrm>
          <a:prstGeom prst="roundRect">
            <a:avLst>
              <a:gd fmla="val 14037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5400000" dist="50800">
              <a:srgbClr val="3A70F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8" name="Google Shape;468;p23"/>
          <p:cNvSpPr/>
          <p:nvPr/>
        </p:nvSpPr>
        <p:spPr>
          <a:xfrm>
            <a:off x="7670790" y="5057923"/>
            <a:ext cx="3746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3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수정 위치 깜빡임</a:t>
            </a:r>
            <a:endParaRPr b="0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9" name="Google Shape;469;p23"/>
          <p:cNvSpPr/>
          <p:nvPr/>
        </p:nvSpPr>
        <p:spPr>
          <a:xfrm>
            <a:off x="7670790" y="5314403"/>
            <a:ext cx="37464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2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2hz 깜빡임 반복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BFF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3EBFF"/>
              </a:gs>
              <a:gs pos="100000">
                <a:srgbClr val="F6F9FF"/>
              </a:gs>
            </a:gsLst>
            <a:lin ang="4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6" name="Google Shape;476;p24"/>
          <p:cNvSpPr txBox="1"/>
          <p:nvPr>
            <p:ph type="title"/>
          </p:nvPr>
        </p:nvSpPr>
        <p:spPr>
          <a:xfrm>
            <a:off x="3790653" y="241295"/>
            <a:ext cx="4610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Malgun Gothic"/>
              <a:buNone/>
            </a:pPr>
            <a:r>
              <a:rPr b="1" i="0" lang="en-US" sz="3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fnd_controller 회로도</a:t>
            </a:r>
            <a:endParaRPr sz="3000"/>
          </a:p>
        </p:txBody>
      </p:sp>
      <p:sp>
        <p:nvSpPr>
          <p:cNvPr id="477" name="Google Shape;477;p24"/>
          <p:cNvSpPr/>
          <p:nvPr/>
        </p:nvSpPr>
        <p:spPr>
          <a:xfrm>
            <a:off x="665400" y="887450"/>
            <a:ext cx="10861200" cy="4063200"/>
          </a:xfrm>
          <a:prstGeom prst="roundRect">
            <a:avLst>
              <a:gd fmla="val 2792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8" name="Google Shape;478;p24"/>
          <p:cNvSpPr/>
          <p:nvPr/>
        </p:nvSpPr>
        <p:spPr>
          <a:xfrm>
            <a:off x="740300" y="5060875"/>
            <a:ext cx="10898700" cy="1708500"/>
          </a:xfrm>
          <a:prstGeom prst="roundRect">
            <a:avLst>
              <a:gd fmla="val 2969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79" name="Google Shape;479;p24"/>
          <p:cNvCxnSpPr/>
          <p:nvPr/>
        </p:nvCxnSpPr>
        <p:spPr>
          <a:xfrm>
            <a:off x="955230" y="5621821"/>
            <a:ext cx="3820200" cy="0"/>
          </a:xfrm>
          <a:prstGeom prst="straightConnector1">
            <a:avLst/>
          </a:prstGeom>
          <a:noFill/>
          <a:ln cap="flat" cmpd="sng" w="9525">
            <a:solidFill>
              <a:srgbClr val="E3EB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0" name="Google Shape;480;p24"/>
          <p:cNvSpPr/>
          <p:nvPr/>
        </p:nvSpPr>
        <p:spPr>
          <a:xfrm>
            <a:off x="999855" y="5109670"/>
            <a:ext cx="279400" cy="279400"/>
          </a:xfrm>
          <a:custGeom>
            <a:rect b="b" l="l" r="r" t="t"/>
            <a:pathLst>
              <a:path extrusionOk="0" h="279400" w="279400">
                <a:moveTo>
                  <a:pt x="139700" y="0"/>
                </a:moveTo>
                <a:lnTo>
                  <a:pt x="139700" y="0"/>
                </a:lnTo>
                <a:cubicBezTo>
                  <a:pt x="176751" y="0"/>
                  <a:pt x="212284" y="14718"/>
                  <a:pt x="238483" y="40917"/>
                </a:cubicBezTo>
                <a:cubicBezTo>
                  <a:pt x="264682" y="67116"/>
                  <a:pt x="279400" y="102649"/>
                  <a:pt x="279400" y="139700"/>
                </a:cubicBezTo>
                <a:lnTo>
                  <a:pt x="279400" y="139700"/>
                </a:lnTo>
                <a:cubicBezTo>
                  <a:pt x="279400" y="216854"/>
                  <a:pt x="216854" y="279400"/>
                  <a:pt x="139700" y="279400"/>
                </a:cubicBezTo>
                <a:lnTo>
                  <a:pt x="139700" y="279400"/>
                </a:lnTo>
                <a:cubicBezTo>
                  <a:pt x="62546" y="279400"/>
                  <a:pt x="0" y="216854"/>
                  <a:pt x="0" y="139700"/>
                </a:cubicBezTo>
                <a:lnTo>
                  <a:pt x="0" y="139700"/>
                </a:lnTo>
                <a:cubicBezTo>
                  <a:pt x="0" y="62546"/>
                  <a:pt x="62546" y="0"/>
                  <a:pt x="139700" y="0"/>
                </a:cubicBezTo>
                <a:close/>
              </a:path>
            </a:pathLst>
          </a:custGeom>
          <a:solidFill>
            <a:srgbClr val="3A70F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1" name="Google Shape;481;p24"/>
          <p:cNvSpPr/>
          <p:nvPr/>
        </p:nvSpPr>
        <p:spPr>
          <a:xfrm>
            <a:off x="1406255" y="5109670"/>
            <a:ext cx="35160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3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분주 클럭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2" name="Google Shape;482;p24"/>
          <p:cNvSpPr/>
          <p:nvPr/>
        </p:nvSpPr>
        <p:spPr>
          <a:xfrm>
            <a:off x="1406255" y="5366151"/>
            <a:ext cx="3516000" cy="2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8C8C8C"/>
                </a:solidFill>
                <a:latin typeface="Malgun Gothic"/>
                <a:ea typeface="Malgun Gothic"/>
                <a:cs typeface="Malgun Gothic"/>
                <a:sym typeface="Malgun Gothic"/>
              </a:rPr>
              <a:t>clk_div → counter_8 · flash_digit 클럭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83" name="Google Shape;483;p24"/>
          <p:cNvCxnSpPr/>
          <p:nvPr/>
        </p:nvCxnSpPr>
        <p:spPr>
          <a:xfrm>
            <a:off x="14347230" y="6096397"/>
            <a:ext cx="3820200" cy="0"/>
          </a:xfrm>
          <a:prstGeom prst="straightConnector1">
            <a:avLst/>
          </a:prstGeom>
          <a:noFill/>
          <a:ln cap="flat" cmpd="sng" w="9525">
            <a:solidFill>
              <a:srgbClr val="E3EB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4" name="Google Shape;484;p24"/>
          <p:cNvSpPr/>
          <p:nvPr/>
        </p:nvSpPr>
        <p:spPr>
          <a:xfrm>
            <a:off x="999855" y="6254496"/>
            <a:ext cx="279400" cy="279400"/>
          </a:xfrm>
          <a:custGeom>
            <a:rect b="b" l="l" r="r" t="t"/>
            <a:pathLst>
              <a:path extrusionOk="0" h="279400" w="279400">
                <a:moveTo>
                  <a:pt x="139700" y="0"/>
                </a:moveTo>
                <a:lnTo>
                  <a:pt x="139700" y="0"/>
                </a:lnTo>
                <a:cubicBezTo>
                  <a:pt x="176751" y="0"/>
                  <a:pt x="212284" y="14718"/>
                  <a:pt x="238483" y="40917"/>
                </a:cubicBezTo>
                <a:cubicBezTo>
                  <a:pt x="264682" y="67116"/>
                  <a:pt x="279400" y="102649"/>
                  <a:pt x="279400" y="139700"/>
                </a:cubicBezTo>
                <a:lnTo>
                  <a:pt x="279400" y="139700"/>
                </a:lnTo>
                <a:cubicBezTo>
                  <a:pt x="279400" y="216854"/>
                  <a:pt x="216854" y="279400"/>
                  <a:pt x="139700" y="279400"/>
                </a:cubicBezTo>
                <a:lnTo>
                  <a:pt x="139700" y="279400"/>
                </a:lnTo>
                <a:cubicBezTo>
                  <a:pt x="62546" y="279400"/>
                  <a:pt x="0" y="216854"/>
                  <a:pt x="0" y="139700"/>
                </a:cubicBezTo>
                <a:lnTo>
                  <a:pt x="0" y="139700"/>
                </a:lnTo>
                <a:cubicBezTo>
                  <a:pt x="0" y="62546"/>
                  <a:pt x="62546" y="0"/>
                  <a:pt x="139700" y="0"/>
                </a:cubicBezTo>
                <a:close/>
              </a:path>
            </a:pathLst>
          </a:custGeom>
          <a:solidFill>
            <a:srgbClr val="3A70F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5" name="Google Shape;485;p24"/>
          <p:cNvSpPr/>
          <p:nvPr/>
        </p:nvSpPr>
        <p:spPr>
          <a:xfrm>
            <a:off x="1406255" y="6254496"/>
            <a:ext cx="35160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3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MUX 2단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6" name="Google Shape;486;p24"/>
          <p:cNvSpPr/>
          <p:nvPr/>
        </p:nvSpPr>
        <p:spPr>
          <a:xfrm>
            <a:off x="1406255" y="6510977"/>
            <a:ext cx="3516000" cy="2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8C8C8C"/>
                </a:solidFill>
                <a:latin typeface="Malgun Gothic"/>
                <a:ea typeface="Malgun Gothic"/>
                <a:cs typeface="Malgun Gothic"/>
                <a:sym typeface="Malgun Gothic"/>
              </a:rPr>
              <a:t>1,10 자리로 쪼개진 데이터중 선택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87" name="Google Shape;487;p24"/>
          <p:cNvCxnSpPr/>
          <p:nvPr/>
        </p:nvCxnSpPr>
        <p:spPr>
          <a:xfrm>
            <a:off x="7140580" y="5619311"/>
            <a:ext cx="3820200" cy="0"/>
          </a:xfrm>
          <a:prstGeom prst="straightConnector1">
            <a:avLst/>
          </a:prstGeom>
          <a:noFill/>
          <a:ln cap="flat" cmpd="sng" w="9525">
            <a:solidFill>
              <a:srgbClr val="E3EB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8" name="Google Shape;488;p24"/>
          <p:cNvSpPr/>
          <p:nvPr/>
        </p:nvSpPr>
        <p:spPr>
          <a:xfrm>
            <a:off x="7089480" y="5114710"/>
            <a:ext cx="279400" cy="279400"/>
          </a:xfrm>
          <a:custGeom>
            <a:rect b="b" l="l" r="r" t="t"/>
            <a:pathLst>
              <a:path extrusionOk="0" h="279400" w="279400">
                <a:moveTo>
                  <a:pt x="139700" y="0"/>
                </a:moveTo>
                <a:lnTo>
                  <a:pt x="139700" y="0"/>
                </a:lnTo>
                <a:cubicBezTo>
                  <a:pt x="176751" y="0"/>
                  <a:pt x="212284" y="14718"/>
                  <a:pt x="238483" y="40917"/>
                </a:cubicBezTo>
                <a:cubicBezTo>
                  <a:pt x="264682" y="67116"/>
                  <a:pt x="279400" y="102649"/>
                  <a:pt x="279400" y="139700"/>
                </a:cubicBezTo>
                <a:lnTo>
                  <a:pt x="279400" y="139700"/>
                </a:lnTo>
                <a:cubicBezTo>
                  <a:pt x="279400" y="216854"/>
                  <a:pt x="216854" y="279400"/>
                  <a:pt x="139700" y="279400"/>
                </a:cubicBezTo>
                <a:lnTo>
                  <a:pt x="139700" y="279400"/>
                </a:lnTo>
                <a:cubicBezTo>
                  <a:pt x="62546" y="279400"/>
                  <a:pt x="0" y="216854"/>
                  <a:pt x="0" y="139700"/>
                </a:cubicBezTo>
                <a:lnTo>
                  <a:pt x="0" y="139700"/>
                </a:lnTo>
                <a:cubicBezTo>
                  <a:pt x="0" y="62546"/>
                  <a:pt x="62546" y="0"/>
                  <a:pt x="139700" y="0"/>
                </a:cubicBezTo>
                <a:close/>
              </a:path>
            </a:pathLst>
          </a:custGeom>
          <a:solidFill>
            <a:srgbClr val="3A70F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9" name="Google Shape;489;p24"/>
          <p:cNvSpPr/>
          <p:nvPr/>
        </p:nvSpPr>
        <p:spPr>
          <a:xfrm>
            <a:off x="7495880" y="5114710"/>
            <a:ext cx="3516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300"/>
              <a:buFont typeface="Malgun Gothic"/>
              <a:buNone/>
            </a:pPr>
            <a:r>
              <a:rPr b="1" lang="en-US" sz="16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출력 데이터 결정 mux</a:t>
            </a:r>
            <a:endParaRPr b="0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0" name="Google Shape;490;p24"/>
          <p:cNvSpPr/>
          <p:nvPr/>
        </p:nvSpPr>
        <p:spPr>
          <a:xfrm>
            <a:off x="7495880" y="5371190"/>
            <a:ext cx="3516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Malgun Gothic"/>
              <a:buNone/>
            </a:pPr>
            <a:r>
              <a:rPr lang="en-US" sz="1500">
                <a:solidFill>
                  <a:srgbClr val="8C8C8C"/>
                </a:solidFill>
                <a:latin typeface="Malgun Gothic"/>
                <a:ea typeface="Malgun Gothic"/>
                <a:cs typeface="Malgun Gothic"/>
                <a:sym typeface="Malgun Gothic"/>
              </a:rPr>
              <a:t>min:hour or sec:msec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1" name="Google Shape;491;p24"/>
          <p:cNvSpPr/>
          <p:nvPr/>
        </p:nvSpPr>
        <p:spPr>
          <a:xfrm>
            <a:off x="7140580" y="5694586"/>
            <a:ext cx="279400" cy="279400"/>
          </a:xfrm>
          <a:custGeom>
            <a:rect b="b" l="l" r="r" t="t"/>
            <a:pathLst>
              <a:path extrusionOk="0" h="279400" w="279400">
                <a:moveTo>
                  <a:pt x="139700" y="0"/>
                </a:moveTo>
                <a:lnTo>
                  <a:pt x="139700" y="0"/>
                </a:lnTo>
                <a:cubicBezTo>
                  <a:pt x="176751" y="0"/>
                  <a:pt x="212284" y="14718"/>
                  <a:pt x="238483" y="40917"/>
                </a:cubicBezTo>
                <a:cubicBezTo>
                  <a:pt x="264682" y="67116"/>
                  <a:pt x="279400" y="102649"/>
                  <a:pt x="279400" y="139700"/>
                </a:cubicBezTo>
                <a:lnTo>
                  <a:pt x="279400" y="139700"/>
                </a:lnTo>
                <a:cubicBezTo>
                  <a:pt x="279400" y="216854"/>
                  <a:pt x="216854" y="279400"/>
                  <a:pt x="139700" y="279400"/>
                </a:cubicBezTo>
                <a:lnTo>
                  <a:pt x="139700" y="279400"/>
                </a:lnTo>
                <a:cubicBezTo>
                  <a:pt x="62546" y="279400"/>
                  <a:pt x="0" y="216854"/>
                  <a:pt x="0" y="139700"/>
                </a:cubicBezTo>
                <a:lnTo>
                  <a:pt x="0" y="139700"/>
                </a:lnTo>
                <a:cubicBezTo>
                  <a:pt x="0" y="62546"/>
                  <a:pt x="62546" y="0"/>
                  <a:pt x="139700" y="0"/>
                </a:cubicBezTo>
                <a:close/>
              </a:path>
            </a:pathLst>
          </a:custGeom>
          <a:solidFill>
            <a:srgbClr val="3A70F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2" name="Google Shape;492;p24"/>
          <p:cNvSpPr/>
          <p:nvPr/>
        </p:nvSpPr>
        <p:spPr>
          <a:xfrm>
            <a:off x="7546980" y="5694586"/>
            <a:ext cx="3516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3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fnd 출력</a:t>
            </a:r>
            <a:endParaRPr b="0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3" name="Google Shape;493;p24"/>
          <p:cNvSpPr/>
          <p:nvPr/>
        </p:nvSpPr>
        <p:spPr>
          <a:xfrm>
            <a:off x="7495880" y="5982166"/>
            <a:ext cx="35160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Malgun Gothic"/>
              <a:buNone/>
            </a:pPr>
            <a:r>
              <a:rPr lang="en-US" sz="1500">
                <a:solidFill>
                  <a:srgbClr val="8C8C8C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decoder:</a:t>
            </a:r>
            <a:r>
              <a:rPr b="0" i="0" lang="en-US" sz="1500" u="none" cap="none" strike="noStrike">
                <a:solidFill>
                  <a:srgbClr val="8C8C8C"/>
                </a:solidFill>
                <a:latin typeface="Malgun Gothic"/>
                <a:ea typeface="Malgun Gothic"/>
                <a:cs typeface="Malgun Gothic"/>
                <a:sym typeface="Malgun Gothic"/>
              </a:rPr>
              <a:t> segment on/off</a:t>
            </a:r>
            <a:endParaRPr sz="1500">
              <a:solidFill>
                <a:srgbClr val="8C8C8C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Malgun Gothic"/>
              <a:buNone/>
            </a:pPr>
            <a:r>
              <a:rPr lang="en-US" sz="1500">
                <a:solidFill>
                  <a:srgbClr val="8C8C8C"/>
                </a:solidFill>
                <a:latin typeface="Malgun Gothic"/>
                <a:ea typeface="Malgun Gothic"/>
                <a:cs typeface="Malgun Gothic"/>
                <a:sym typeface="Malgun Gothic"/>
              </a:rPr>
              <a:t>bcd: </a:t>
            </a:r>
            <a:r>
              <a:rPr b="0" i="0" lang="en-US" sz="1500" u="none" cap="none" strike="noStrike">
                <a:solidFill>
                  <a:srgbClr val="8C8C8C"/>
                </a:solidFill>
                <a:latin typeface="Malgun Gothic"/>
                <a:ea typeface="Malgun Gothic"/>
                <a:cs typeface="Malgun Gothic"/>
                <a:sym typeface="Malgun Gothic"/>
              </a:rPr>
              <a:t>숫자 -&gt; segment 용 출력변환</a:t>
            </a:r>
            <a:endParaRPr b="0" i="0" sz="1500" u="none" cap="none" strike="noStrike">
              <a:solidFill>
                <a:srgbClr val="8C8C8C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45720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Malgun Gothic"/>
              <a:buNone/>
            </a:pPr>
            <a:r>
              <a:rPr lang="en-US" sz="1500">
                <a:solidFill>
                  <a:srgbClr val="8C8C8C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수정 커서 깜빡임 로직</a:t>
            </a:r>
            <a:endParaRPr sz="1500">
              <a:solidFill>
                <a:srgbClr val="8C8C8C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94" name="Google Shape;494;p24"/>
          <p:cNvPicPr preferRelativeResize="0"/>
          <p:nvPr/>
        </p:nvPicPr>
        <p:blipFill rotWithShape="1">
          <a:blip r:embed="rId3">
            <a:alphaModFix/>
          </a:blip>
          <a:srcRect b="0" l="0" r="0" t="4471"/>
          <a:stretch/>
        </p:blipFill>
        <p:spPr>
          <a:xfrm>
            <a:off x="883338" y="970650"/>
            <a:ext cx="10425335" cy="3843575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24"/>
          <p:cNvSpPr/>
          <p:nvPr/>
        </p:nvSpPr>
        <p:spPr>
          <a:xfrm>
            <a:off x="1602600" y="2208525"/>
            <a:ext cx="1236600" cy="637500"/>
          </a:xfrm>
          <a:prstGeom prst="rect">
            <a:avLst/>
          </a:prstGeom>
          <a:noFill/>
          <a:ln cap="flat" cmpd="sng" w="76200">
            <a:solidFill>
              <a:srgbClr val="D5A6BD"/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76200">
              <a:srgbClr val="3A70F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6" name="Google Shape;496;p24"/>
          <p:cNvSpPr/>
          <p:nvPr/>
        </p:nvSpPr>
        <p:spPr>
          <a:xfrm>
            <a:off x="1602605" y="1829683"/>
            <a:ext cx="279400" cy="279400"/>
          </a:xfrm>
          <a:custGeom>
            <a:rect b="b" l="l" r="r" t="t"/>
            <a:pathLst>
              <a:path extrusionOk="0" h="279400" w="279400">
                <a:moveTo>
                  <a:pt x="139700" y="0"/>
                </a:moveTo>
                <a:lnTo>
                  <a:pt x="139700" y="0"/>
                </a:lnTo>
                <a:cubicBezTo>
                  <a:pt x="176751" y="0"/>
                  <a:pt x="212284" y="14718"/>
                  <a:pt x="238483" y="40917"/>
                </a:cubicBezTo>
                <a:cubicBezTo>
                  <a:pt x="264682" y="67116"/>
                  <a:pt x="279400" y="102649"/>
                  <a:pt x="279400" y="139700"/>
                </a:cubicBezTo>
                <a:lnTo>
                  <a:pt x="279400" y="139700"/>
                </a:lnTo>
                <a:cubicBezTo>
                  <a:pt x="279400" y="216854"/>
                  <a:pt x="216854" y="279400"/>
                  <a:pt x="139700" y="279400"/>
                </a:cubicBezTo>
                <a:lnTo>
                  <a:pt x="139700" y="279400"/>
                </a:lnTo>
                <a:cubicBezTo>
                  <a:pt x="62546" y="279400"/>
                  <a:pt x="0" y="216854"/>
                  <a:pt x="0" y="139700"/>
                </a:cubicBezTo>
                <a:lnTo>
                  <a:pt x="0" y="139700"/>
                </a:lnTo>
                <a:cubicBezTo>
                  <a:pt x="0" y="62546"/>
                  <a:pt x="62546" y="0"/>
                  <a:pt x="139700" y="0"/>
                </a:cubicBezTo>
                <a:close/>
              </a:path>
            </a:pathLst>
          </a:custGeom>
          <a:solidFill>
            <a:srgbClr val="3A70F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7" name="Google Shape;497;p24"/>
          <p:cNvSpPr/>
          <p:nvPr/>
        </p:nvSpPr>
        <p:spPr>
          <a:xfrm>
            <a:off x="5043825" y="1093925"/>
            <a:ext cx="1676400" cy="3284700"/>
          </a:xfrm>
          <a:prstGeom prst="rect">
            <a:avLst/>
          </a:prstGeom>
          <a:noFill/>
          <a:ln cap="flat" cmpd="sng" w="76200">
            <a:solidFill>
              <a:srgbClr val="D5A6BD"/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76200">
              <a:srgbClr val="3A70F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8" name="Google Shape;498;p24"/>
          <p:cNvSpPr/>
          <p:nvPr/>
        </p:nvSpPr>
        <p:spPr>
          <a:xfrm>
            <a:off x="4980230" y="769258"/>
            <a:ext cx="279400" cy="279400"/>
          </a:xfrm>
          <a:custGeom>
            <a:rect b="b" l="l" r="r" t="t"/>
            <a:pathLst>
              <a:path extrusionOk="0" h="279400" w="279400">
                <a:moveTo>
                  <a:pt x="139700" y="0"/>
                </a:moveTo>
                <a:lnTo>
                  <a:pt x="139700" y="0"/>
                </a:lnTo>
                <a:cubicBezTo>
                  <a:pt x="176751" y="0"/>
                  <a:pt x="212284" y="14718"/>
                  <a:pt x="238483" y="40917"/>
                </a:cubicBezTo>
                <a:cubicBezTo>
                  <a:pt x="264682" y="67116"/>
                  <a:pt x="279400" y="102649"/>
                  <a:pt x="279400" y="139700"/>
                </a:cubicBezTo>
                <a:lnTo>
                  <a:pt x="279400" y="139700"/>
                </a:lnTo>
                <a:cubicBezTo>
                  <a:pt x="279400" y="216854"/>
                  <a:pt x="216854" y="279400"/>
                  <a:pt x="139700" y="279400"/>
                </a:cubicBezTo>
                <a:lnTo>
                  <a:pt x="139700" y="279400"/>
                </a:lnTo>
                <a:cubicBezTo>
                  <a:pt x="62546" y="279400"/>
                  <a:pt x="0" y="216854"/>
                  <a:pt x="0" y="139700"/>
                </a:cubicBezTo>
                <a:lnTo>
                  <a:pt x="0" y="139700"/>
                </a:lnTo>
                <a:cubicBezTo>
                  <a:pt x="0" y="62546"/>
                  <a:pt x="62546" y="0"/>
                  <a:pt x="139700" y="0"/>
                </a:cubicBezTo>
                <a:close/>
              </a:path>
            </a:pathLst>
          </a:custGeom>
          <a:solidFill>
            <a:srgbClr val="3A70F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9" name="Google Shape;499;p24"/>
          <p:cNvSpPr/>
          <p:nvPr/>
        </p:nvSpPr>
        <p:spPr>
          <a:xfrm>
            <a:off x="6948800" y="3394300"/>
            <a:ext cx="1496700" cy="867300"/>
          </a:xfrm>
          <a:prstGeom prst="rect">
            <a:avLst/>
          </a:prstGeom>
          <a:noFill/>
          <a:ln cap="flat" cmpd="sng" w="76200">
            <a:solidFill>
              <a:srgbClr val="D5A6BD"/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76200">
              <a:srgbClr val="3A70F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0" name="Google Shape;500;p24"/>
          <p:cNvSpPr/>
          <p:nvPr/>
        </p:nvSpPr>
        <p:spPr>
          <a:xfrm>
            <a:off x="6948805" y="3028347"/>
            <a:ext cx="279400" cy="279400"/>
          </a:xfrm>
          <a:custGeom>
            <a:rect b="b" l="l" r="r" t="t"/>
            <a:pathLst>
              <a:path extrusionOk="0" h="279400" w="279400">
                <a:moveTo>
                  <a:pt x="139700" y="0"/>
                </a:moveTo>
                <a:lnTo>
                  <a:pt x="139700" y="0"/>
                </a:lnTo>
                <a:cubicBezTo>
                  <a:pt x="176751" y="0"/>
                  <a:pt x="212284" y="14718"/>
                  <a:pt x="238483" y="40917"/>
                </a:cubicBezTo>
                <a:cubicBezTo>
                  <a:pt x="264682" y="67116"/>
                  <a:pt x="279400" y="102649"/>
                  <a:pt x="279400" y="139700"/>
                </a:cubicBezTo>
                <a:lnTo>
                  <a:pt x="279400" y="139700"/>
                </a:lnTo>
                <a:cubicBezTo>
                  <a:pt x="279400" y="216854"/>
                  <a:pt x="216854" y="279400"/>
                  <a:pt x="139700" y="279400"/>
                </a:cubicBezTo>
                <a:lnTo>
                  <a:pt x="139700" y="279400"/>
                </a:lnTo>
                <a:cubicBezTo>
                  <a:pt x="62546" y="279400"/>
                  <a:pt x="0" y="216854"/>
                  <a:pt x="0" y="139700"/>
                </a:cubicBezTo>
                <a:lnTo>
                  <a:pt x="0" y="139700"/>
                </a:lnTo>
                <a:cubicBezTo>
                  <a:pt x="0" y="62546"/>
                  <a:pt x="62546" y="0"/>
                  <a:pt x="139700" y="0"/>
                </a:cubicBezTo>
                <a:close/>
              </a:path>
            </a:pathLst>
          </a:custGeom>
          <a:solidFill>
            <a:srgbClr val="3A70F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1" name="Google Shape;501;p24"/>
          <p:cNvSpPr/>
          <p:nvPr/>
        </p:nvSpPr>
        <p:spPr>
          <a:xfrm>
            <a:off x="8781550" y="3268150"/>
            <a:ext cx="1766700" cy="1451700"/>
          </a:xfrm>
          <a:prstGeom prst="rect">
            <a:avLst/>
          </a:prstGeom>
          <a:noFill/>
          <a:ln cap="flat" cmpd="sng" w="76200">
            <a:solidFill>
              <a:srgbClr val="D5A6BD"/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76200">
              <a:srgbClr val="3A70F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2" name="Google Shape;502;p24"/>
          <p:cNvSpPr/>
          <p:nvPr/>
        </p:nvSpPr>
        <p:spPr>
          <a:xfrm>
            <a:off x="8781555" y="2923061"/>
            <a:ext cx="279400" cy="279400"/>
          </a:xfrm>
          <a:custGeom>
            <a:rect b="b" l="l" r="r" t="t"/>
            <a:pathLst>
              <a:path extrusionOk="0" h="279400" w="279400">
                <a:moveTo>
                  <a:pt x="139700" y="0"/>
                </a:moveTo>
                <a:lnTo>
                  <a:pt x="139700" y="0"/>
                </a:lnTo>
                <a:cubicBezTo>
                  <a:pt x="176751" y="0"/>
                  <a:pt x="212284" y="14718"/>
                  <a:pt x="238483" y="40917"/>
                </a:cubicBezTo>
                <a:cubicBezTo>
                  <a:pt x="264682" y="67116"/>
                  <a:pt x="279400" y="102649"/>
                  <a:pt x="279400" y="139700"/>
                </a:cubicBezTo>
                <a:lnTo>
                  <a:pt x="279400" y="139700"/>
                </a:lnTo>
                <a:cubicBezTo>
                  <a:pt x="279400" y="216854"/>
                  <a:pt x="216854" y="279400"/>
                  <a:pt x="139700" y="279400"/>
                </a:cubicBezTo>
                <a:lnTo>
                  <a:pt x="139700" y="279400"/>
                </a:lnTo>
                <a:cubicBezTo>
                  <a:pt x="62546" y="279400"/>
                  <a:pt x="0" y="216854"/>
                  <a:pt x="0" y="139700"/>
                </a:cubicBezTo>
                <a:lnTo>
                  <a:pt x="0" y="139700"/>
                </a:lnTo>
                <a:cubicBezTo>
                  <a:pt x="0" y="62546"/>
                  <a:pt x="62546" y="0"/>
                  <a:pt x="139700" y="0"/>
                </a:cubicBezTo>
                <a:close/>
              </a:path>
            </a:pathLst>
          </a:custGeom>
          <a:solidFill>
            <a:srgbClr val="3A70F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503" name="Google Shape;503;p24"/>
          <p:cNvCxnSpPr/>
          <p:nvPr/>
        </p:nvCxnSpPr>
        <p:spPr>
          <a:xfrm>
            <a:off x="883355" y="6223521"/>
            <a:ext cx="3820200" cy="0"/>
          </a:xfrm>
          <a:prstGeom prst="straightConnector1">
            <a:avLst/>
          </a:prstGeom>
          <a:noFill/>
          <a:ln cap="flat" cmpd="sng" w="9525">
            <a:solidFill>
              <a:srgbClr val="E3EB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4" name="Google Shape;504;p24"/>
          <p:cNvSpPr/>
          <p:nvPr/>
        </p:nvSpPr>
        <p:spPr>
          <a:xfrm>
            <a:off x="999855" y="5690520"/>
            <a:ext cx="279400" cy="279400"/>
          </a:xfrm>
          <a:custGeom>
            <a:rect b="b" l="l" r="r" t="t"/>
            <a:pathLst>
              <a:path extrusionOk="0" h="279400" w="279400">
                <a:moveTo>
                  <a:pt x="139700" y="0"/>
                </a:moveTo>
                <a:lnTo>
                  <a:pt x="139700" y="0"/>
                </a:lnTo>
                <a:cubicBezTo>
                  <a:pt x="176751" y="0"/>
                  <a:pt x="212284" y="14718"/>
                  <a:pt x="238483" y="40917"/>
                </a:cubicBezTo>
                <a:cubicBezTo>
                  <a:pt x="264682" y="67116"/>
                  <a:pt x="279400" y="102649"/>
                  <a:pt x="279400" y="139700"/>
                </a:cubicBezTo>
                <a:lnTo>
                  <a:pt x="279400" y="139700"/>
                </a:lnTo>
                <a:cubicBezTo>
                  <a:pt x="279400" y="216854"/>
                  <a:pt x="216854" y="279400"/>
                  <a:pt x="139700" y="279400"/>
                </a:cubicBezTo>
                <a:lnTo>
                  <a:pt x="139700" y="279400"/>
                </a:lnTo>
                <a:cubicBezTo>
                  <a:pt x="62546" y="279400"/>
                  <a:pt x="0" y="216854"/>
                  <a:pt x="0" y="139700"/>
                </a:cubicBezTo>
                <a:lnTo>
                  <a:pt x="0" y="139700"/>
                </a:lnTo>
                <a:cubicBezTo>
                  <a:pt x="0" y="62546"/>
                  <a:pt x="62546" y="0"/>
                  <a:pt x="139700" y="0"/>
                </a:cubicBezTo>
                <a:close/>
              </a:path>
            </a:pathLst>
          </a:custGeom>
          <a:solidFill>
            <a:srgbClr val="3A70F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5" name="Google Shape;505;p24"/>
          <p:cNvSpPr/>
          <p:nvPr/>
        </p:nvSpPr>
        <p:spPr>
          <a:xfrm>
            <a:off x="1406255" y="5690520"/>
            <a:ext cx="35160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3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출력 위치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6" name="Google Shape;506;p24"/>
          <p:cNvSpPr/>
          <p:nvPr/>
        </p:nvSpPr>
        <p:spPr>
          <a:xfrm>
            <a:off x="1406255" y="5947001"/>
            <a:ext cx="3516000" cy="2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8C8C8C"/>
                </a:solidFill>
                <a:latin typeface="Malgun Gothic"/>
                <a:ea typeface="Malgun Gothic"/>
                <a:cs typeface="Malgun Gothic"/>
                <a:sym typeface="Malgun Gothic"/>
              </a:rPr>
              <a:t>숫자4개 + dot표시 4개 -&gt; ds_sel 출력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7" name="Google Shape;507;p24"/>
          <p:cNvSpPr/>
          <p:nvPr/>
        </p:nvSpPr>
        <p:spPr>
          <a:xfrm>
            <a:off x="3323213" y="2208525"/>
            <a:ext cx="1236600" cy="637500"/>
          </a:xfrm>
          <a:prstGeom prst="rect">
            <a:avLst/>
          </a:prstGeom>
          <a:noFill/>
          <a:ln cap="flat" cmpd="sng" w="76200">
            <a:solidFill>
              <a:srgbClr val="D5A6BD"/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76200">
              <a:srgbClr val="3A70F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8" name="Google Shape;508;p24"/>
          <p:cNvSpPr/>
          <p:nvPr/>
        </p:nvSpPr>
        <p:spPr>
          <a:xfrm>
            <a:off x="3281555" y="1829684"/>
            <a:ext cx="279400" cy="279400"/>
          </a:xfrm>
          <a:custGeom>
            <a:rect b="b" l="l" r="r" t="t"/>
            <a:pathLst>
              <a:path extrusionOk="0" h="279400" w="279400">
                <a:moveTo>
                  <a:pt x="139700" y="0"/>
                </a:moveTo>
                <a:lnTo>
                  <a:pt x="139700" y="0"/>
                </a:lnTo>
                <a:cubicBezTo>
                  <a:pt x="176751" y="0"/>
                  <a:pt x="212284" y="14718"/>
                  <a:pt x="238483" y="40917"/>
                </a:cubicBezTo>
                <a:cubicBezTo>
                  <a:pt x="264682" y="67116"/>
                  <a:pt x="279400" y="102649"/>
                  <a:pt x="279400" y="139700"/>
                </a:cubicBezTo>
                <a:lnTo>
                  <a:pt x="279400" y="139700"/>
                </a:lnTo>
                <a:cubicBezTo>
                  <a:pt x="279400" y="216854"/>
                  <a:pt x="216854" y="279400"/>
                  <a:pt x="139700" y="279400"/>
                </a:cubicBezTo>
                <a:lnTo>
                  <a:pt x="139700" y="279400"/>
                </a:lnTo>
                <a:cubicBezTo>
                  <a:pt x="62546" y="279400"/>
                  <a:pt x="0" y="216854"/>
                  <a:pt x="0" y="139700"/>
                </a:cubicBezTo>
                <a:lnTo>
                  <a:pt x="0" y="139700"/>
                </a:lnTo>
                <a:cubicBezTo>
                  <a:pt x="0" y="62546"/>
                  <a:pt x="62546" y="0"/>
                  <a:pt x="139700" y="0"/>
                </a:cubicBezTo>
                <a:close/>
              </a:path>
            </a:pathLst>
          </a:custGeom>
          <a:solidFill>
            <a:srgbClr val="3A70F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BFF"/>
        </a:solidFill>
      </p:bgPr>
    </p:bg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3EBFF"/>
              </a:gs>
              <a:gs pos="100000">
                <a:srgbClr val="F6F9FF"/>
              </a:gs>
            </a:gsLst>
            <a:lin ang="4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5" name="Google Shape;515;p28"/>
          <p:cNvSpPr txBox="1"/>
          <p:nvPr>
            <p:ph type="title"/>
          </p:nvPr>
        </p:nvSpPr>
        <p:spPr>
          <a:xfrm>
            <a:off x="3678684" y="861020"/>
            <a:ext cx="4834533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Malgun Gothic"/>
              <a:buNone/>
            </a:pPr>
            <a:r>
              <a:rPr b="1" i="0" lang="en-US" sz="3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단위 시뮬레이션 시나리오</a:t>
            </a:r>
            <a:endParaRPr sz="3000"/>
          </a:p>
        </p:txBody>
      </p:sp>
      <p:sp>
        <p:nvSpPr>
          <p:cNvPr id="516" name="Google Shape;516;p28"/>
          <p:cNvSpPr/>
          <p:nvPr/>
        </p:nvSpPr>
        <p:spPr>
          <a:xfrm>
            <a:off x="812800" y="1496020"/>
            <a:ext cx="10566400" cy="4599980"/>
          </a:xfrm>
          <a:prstGeom prst="roundRect">
            <a:avLst>
              <a:gd fmla="val 2761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7" name="Google Shape;517;p28"/>
          <p:cNvSpPr/>
          <p:nvPr/>
        </p:nvSpPr>
        <p:spPr>
          <a:xfrm>
            <a:off x="1295400" y="2204640"/>
            <a:ext cx="10360152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모듈 단위로 입력 → 기대 출력을 먼저 확인한 뒤 통합 시나리오(S1–S5)로 넘어간다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518" name="Google Shape;518;p28"/>
          <p:cNvGraphicFramePr/>
          <p:nvPr/>
        </p:nvGraphicFramePr>
        <p:xfrm>
          <a:off x="1308100" y="25804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{C6EE83A4-4D7C-47F0-BE3B-7B4E7B42BC90}</a:tableStyleId>
              </a:tblPr>
              <a:tblGrid>
                <a:gridCol w="1808225"/>
                <a:gridCol w="3415550"/>
                <a:gridCol w="4018275"/>
              </a:tblGrid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대상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1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입력 시나리오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1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기대 출력 · 관찰 신호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1FF"/>
                    </a:solidFill>
                  </a:tcPr>
                </a:tc>
              </a:tr>
              <a:tr h="545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버튼 디바운스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i_btn을 HIGH로 유지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샘플 펄스 8회 관찰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8번째 HIGH 샘플에서 o_btn 발생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누르는 동안 추가 펄스 없음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버튼 분배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SW</a:t>
                      </a:r>
                      <a:r>
                        <a:rPr lang="en-US" sz="1600">
                          <a:solidFill>
                            <a:srgbClr val="282828"/>
                          </a:solidFill>
                        </a:rPr>
                        <a:t>0</a:t>
                      </a:r>
                      <a:r>
                        <a:rPr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=0에서 버튼 입력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SW</a:t>
                      </a:r>
                      <a:r>
                        <a:rPr lang="en-US" sz="1600">
                          <a:solidFill>
                            <a:srgbClr val="282828"/>
                          </a:solidFill>
                        </a:rPr>
                        <a:t>0</a:t>
                      </a:r>
                      <a:r>
                        <a:rPr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=1로 전환 후 재입력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선택한 CU 출력만 입력 추종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비선택 경로는 0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Watch CU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SW2=1, L 연속 입력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 / D 각각 입력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digit 순환 00 → 01 → 10 → 11 → 00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up / down에 입력 전달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Stopwatch CU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랩 표시 중 C / M / D 입력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R로 정지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 / M은 상태 유지, D는 lap_cap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 이후 run_stop=0, laptime=0</a:t>
                      </a:r>
                      <a:endParaRPr sz="16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BFF"/>
        </a:solid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h698aa550adcc4187_1_585"/>
          <p:cNvSpPr txBox="1"/>
          <p:nvPr>
            <p:ph type="title"/>
          </p:nvPr>
        </p:nvSpPr>
        <p:spPr>
          <a:xfrm>
            <a:off x="2949554" y="803817"/>
            <a:ext cx="6613526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100"/>
              <a:buFont typeface="Malgun Gothic"/>
              <a:buNone/>
            </a:pPr>
            <a:r>
              <a:rPr b="1" i="0" lang="en-US" sz="31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시뮬레이션: 버튼 </a:t>
            </a:r>
            <a:r>
              <a:rPr b="1" lang="en-US" sz="3100">
                <a:latin typeface="Malgun Gothic"/>
                <a:ea typeface="Malgun Gothic"/>
                <a:cs typeface="Malgun Gothic"/>
                <a:sym typeface="Malgun Gothic"/>
              </a:rPr>
              <a:t>디바운스 + 분배기</a:t>
            </a:r>
            <a:endParaRPr sz="3100"/>
          </a:p>
        </p:txBody>
      </p:sp>
      <p:sp>
        <p:nvSpPr>
          <p:cNvPr id="525" name="Google Shape;525;h698aa550adcc4187_1_585"/>
          <p:cNvSpPr/>
          <p:nvPr/>
        </p:nvSpPr>
        <p:spPr>
          <a:xfrm>
            <a:off x="324475" y="1496025"/>
            <a:ext cx="5188500" cy="4844100"/>
          </a:xfrm>
          <a:prstGeom prst="roundRect">
            <a:avLst>
              <a:gd fmla="val 2761" name="adj"/>
            </a:avLst>
          </a:prstGeom>
          <a:solidFill>
            <a:srgbClr val="FFFFFF"/>
          </a:solidFill>
          <a:ln>
            <a:noFill/>
          </a:ln>
          <a:effectLst>
            <a:outerShdw blurRad="187410" rotWithShape="0" algn="bl" dir="5400000" dist="56223">
              <a:srgbClr val="3A70FC">
                <a:alpha val="10196"/>
              </a:srgbClr>
            </a:outerShdw>
          </a:effectLst>
        </p:spPr>
        <p:txBody>
          <a:bodyPr anchorCtr="0" anchor="ctr" bIns="67475" lIns="67475" spcFirstLastPara="1" rIns="67475" wrap="square" tIns="67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6" name="Google Shape;526;h698aa550adcc4187_1_585"/>
          <p:cNvSpPr/>
          <p:nvPr/>
        </p:nvSpPr>
        <p:spPr>
          <a:xfrm>
            <a:off x="445939" y="1835188"/>
            <a:ext cx="4945500" cy="2728800"/>
          </a:xfrm>
          <a:prstGeom prst="roundRect">
            <a:avLst>
              <a:gd fmla="val 2060" name="adj"/>
            </a:avLst>
          </a:prstGeom>
          <a:solidFill>
            <a:srgbClr val="F6F9FF"/>
          </a:solidFill>
          <a:ln>
            <a:noFill/>
          </a:ln>
        </p:spPr>
        <p:txBody>
          <a:bodyPr anchorCtr="0" anchor="ctr" bIns="67475" lIns="67475" spcFirstLastPara="1" rIns="67475" wrap="square" tIns="67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7" name="Google Shape;527;h698aa550adcc4187_1_585"/>
          <p:cNvSpPr/>
          <p:nvPr/>
        </p:nvSpPr>
        <p:spPr>
          <a:xfrm>
            <a:off x="5698425" y="1496025"/>
            <a:ext cx="6202500" cy="4844100"/>
          </a:xfrm>
          <a:prstGeom prst="roundRect">
            <a:avLst>
              <a:gd fmla="val 4545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8" name="Google Shape;528;h698aa550adcc4187_1_585"/>
          <p:cNvSpPr/>
          <p:nvPr/>
        </p:nvSpPr>
        <p:spPr>
          <a:xfrm>
            <a:off x="619441" y="4841110"/>
            <a:ext cx="2178900" cy="2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SW</a:t>
            </a:r>
            <a:r>
              <a:rPr b="1" lang="en-US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0</a:t>
            </a:r>
            <a:r>
              <a:rPr b="1" i="0" lang="en-US" sz="14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=0 · Watch 선택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9" name="Google Shape;529;h698aa550adcc4187_1_585"/>
          <p:cNvSpPr/>
          <p:nvPr/>
        </p:nvSpPr>
        <p:spPr>
          <a:xfrm>
            <a:off x="619441" y="5105231"/>
            <a:ext cx="2206625" cy="6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2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Watch 출력이 입력 펄스를 추종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2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Stopwatch 출력은 0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0" name="Google Shape;530;h698aa550adcc4187_1_585"/>
          <p:cNvSpPr/>
          <p:nvPr/>
        </p:nvSpPr>
        <p:spPr>
          <a:xfrm>
            <a:off x="2894166" y="4841106"/>
            <a:ext cx="2419350" cy="2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SW</a:t>
            </a:r>
            <a:r>
              <a:rPr b="1" lang="en-US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0</a:t>
            </a:r>
            <a:r>
              <a:rPr b="1" i="0" lang="en-US" sz="14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=</a:t>
            </a:r>
            <a:r>
              <a:rPr b="1" lang="en-US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r>
              <a:rPr b="1" i="0" lang="en-US" sz="14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 · Stopwatch 선택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1" name="Google Shape;531;h698aa550adcc4187_1_585"/>
          <p:cNvSpPr/>
          <p:nvPr/>
        </p:nvSpPr>
        <p:spPr>
          <a:xfrm>
            <a:off x="2894158" y="5105233"/>
            <a:ext cx="2366400" cy="6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2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Stopwatch 출력이 입력 펄스를 추종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2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Watch 출력은 0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2" name="Google Shape;532;h698aa550adcc4187_1_585"/>
          <p:cNvSpPr/>
          <p:nvPr/>
        </p:nvSpPr>
        <p:spPr>
          <a:xfrm>
            <a:off x="5800679" y="1835192"/>
            <a:ext cx="6017700" cy="2728800"/>
          </a:xfrm>
          <a:prstGeom prst="roundRect">
            <a:avLst>
              <a:gd fmla="val 2060" name="adj"/>
            </a:avLst>
          </a:prstGeom>
          <a:solidFill>
            <a:srgbClr val="F6F9FF"/>
          </a:solidFill>
          <a:ln>
            <a:noFill/>
          </a:ln>
        </p:spPr>
        <p:txBody>
          <a:bodyPr anchorCtr="0" anchor="ctr" bIns="67475" lIns="67475" spcFirstLastPara="1" rIns="67475" wrap="square" tIns="67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디바운스 파형, 샘플 1~8 표시" id="533" name="Google Shape;533;h698aa550adcc4187_1_585"/>
          <p:cNvPicPr preferRelativeResize="0"/>
          <p:nvPr/>
        </p:nvPicPr>
        <p:blipFill rotWithShape="1">
          <a:blip r:embed="rId3">
            <a:alphaModFix/>
          </a:blip>
          <a:srcRect b="-40" l="0" r="0" t="-40"/>
          <a:stretch/>
        </p:blipFill>
        <p:spPr>
          <a:xfrm>
            <a:off x="5884115" y="2107092"/>
            <a:ext cx="5831115" cy="1908300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h698aa550adcc4187_1_585"/>
          <p:cNvSpPr/>
          <p:nvPr/>
        </p:nvSpPr>
        <p:spPr>
          <a:xfrm>
            <a:off x="11379300" y="2165000"/>
            <a:ext cx="216300" cy="1792500"/>
          </a:xfrm>
          <a:prstGeom prst="rect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Malgun Gothic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5" name="Google Shape;535;h698aa550adcc4187_1_585"/>
          <p:cNvSpPr/>
          <p:nvPr/>
        </p:nvSpPr>
        <p:spPr>
          <a:xfrm>
            <a:off x="5968525" y="4793900"/>
            <a:ext cx="41112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2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i_btn=1 유지 1 MHz 샘플 8회 관찰 </a:t>
            </a:r>
            <a:endParaRPr b="0" i="0" sz="1400" u="none" cap="none" strike="noStrike">
              <a:solidFill>
                <a:srgbClr val="282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6" name="Google Shape;536;h698aa550adcc4187_1_585"/>
          <p:cNvSpPr/>
          <p:nvPr/>
        </p:nvSpPr>
        <p:spPr>
          <a:xfrm>
            <a:off x="619458" y="1636515"/>
            <a:ext cx="24591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</a:t>
            </a:r>
            <a:r>
              <a:rPr b="1" lang="en-US" sz="1500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분배기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7" name="Google Shape;537;h698aa550adcc4187_1_585"/>
          <p:cNvSpPr/>
          <p:nvPr/>
        </p:nvSpPr>
        <p:spPr>
          <a:xfrm>
            <a:off x="5968533" y="1636515"/>
            <a:ext cx="24591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Malgun Gothic"/>
              <a:buNone/>
            </a:pPr>
            <a:r>
              <a:rPr b="1" lang="en-US" sz="1500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버튼 디바운스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38" name="Google Shape;538;h698aa550adcc4187_1_585"/>
          <p:cNvGrpSpPr/>
          <p:nvPr/>
        </p:nvGrpSpPr>
        <p:grpSpPr>
          <a:xfrm>
            <a:off x="554396" y="2065872"/>
            <a:ext cx="4728609" cy="2272597"/>
            <a:chOff x="285750" y="1819537"/>
            <a:chExt cx="9111000" cy="4378800"/>
          </a:xfrm>
        </p:grpSpPr>
        <p:sp>
          <p:nvSpPr>
            <p:cNvPr id="539" name="Google Shape;539;h698aa550adcc4187_1_585"/>
            <p:cNvSpPr/>
            <p:nvPr/>
          </p:nvSpPr>
          <p:spPr>
            <a:xfrm>
              <a:off x="4622800" y="1925530"/>
              <a:ext cx="2000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6F99"/>
                </a:buClr>
                <a:buSzPts val="934"/>
                <a:buFont typeface="Malgun Gothic"/>
                <a:buNone/>
              </a:pPr>
              <a:r>
                <a:rPr b="1" lang="en-US" sz="934">
                  <a:solidFill>
                    <a:srgbClr val="156F9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① SW0=0</a:t>
              </a:r>
              <a:endParaRPr sz="727"/>
            </a:p>
          </p:txBody>
        </p:sp>
        <p:sp>
          <p:nvSpPr>
            <p:cNvPr id="540" name="Google Shape;540;h698aa550adcc4187_1_585"/>
            <p:cNvSpPr/>
            <p:nvPr/>
          </p:nvSpPr>
          <p:spPr>
            <a:xfrm>
              <a:off x="7012922" y="1938469"/>
              <a:ext cx="2000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73631"/>
                </a:buClr>
                <a:buSzPts val="934"/>
                <a:buFont typeface="Malgun Gothic"/>
                <a:buNone/>
              </a:pPr>
              <a:r>
                <a:rPr b="1" lang="en-US" sz="934">
                  <a:solidFill>
                    <a:srgbClr val="C7363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② SW0=1</a:t>
              </a:r>
              <a:endParaRPr sz="727"/>
            </a:p>
          </p:txBody>
        </p:sp>
        <p:pic>
          <p:nvPicPr>
            <p:cNvPr id="541" name="Google Shape;541;h698aa550adcc4187_1_58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99276" y="2343150"/>
              <a:ext cx="8183117" cy="37533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2" name="Google Shape;542;h698aa550adcc4187_1_585"/>
            <p:cNvSpPr/>
            <p:nvPr/>
          </p:nvSpPr>
          <p:spPr>
            <a:xfrm>
              <a:off x="311150" y="2848237"/>
              <a:ext cx="1155600" cy="1054200"/>
            </a:xfrm>
            <a:prstGeom prst="rect">
              <a:avLst/>
            </a:prstGeom>
            <a:solidFill>
              <a:srgbClr val="C00000"/>
            </a:solidFill>
            <a:ln cap="flat" cmpd="sng" w="9900">
              <a:solidFill>
                <a:srgbClr val="0828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725" lIns="47450" spcFirstLastPara="1" rIns="47450" wrap="square" tIns="237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34"/>
                <a:buFont typeface="Malgun Gothic"/>
                <a:buNone/>
              </a:pPr>
              <a:r>
                <a:rPr lang="en-US" sz="934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BD_input</a:t>
              </a:r>
              <a:endParaRPr sz="934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43" name="Google Shape;543;h698aa550adcc4187_1_585"/>
            <p:cNvSpPr/>
            <p:nvPr/>
          </p:nvSpPr>
          <p:spPr>
            <a:xfrm>
              <a:off x="1466850" y="2848237"/>
              <a:ext cx="7929900" cy="1054200"/>
            </a:xfrm>
            <a:prstGeom prst="rect">
              <a:avLst/>
            </a:prstGeom>
            <a:noFill/>
            <a:ln cap="flat" cmpd="sng" w="296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725" lIns="47450" spcFirstLastPara="1" rIns="47450" wrap="square" tIns="237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4"/>
                <a:buFont typeface="Malgun Gothic"/>
                <a:buNone/>
              </a:pPr>
              <a:r>
                <a:t/>
              </a:r>
              <a:endParaRPr sz="934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44" name="Google Shape;544;h698aa550adcc4187_1_585"/>
            <p:cNvSpPr/>
            <p:nvPr/>
          </p:nvSpPr>
          <p:spPr>
            <a:xfrm>
              <a:off x="311150" y="4131790"/>
              <a:ext cx="1155600" cy="939000"/>
            </a:xfrm>
            <a:prstGeom prst="rect">
              <a:avLst/>
            </a:prstGeom>
            <a:solidFill>
              <a:srgbClr val="C00000"/>
            </a:solidFill>
            <a:ln cap="flat" cmpd="sng" w="9900">
              <a:solidFill>
                <a:srgbClr val="0828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725" lIns="47450" spcFirstLastPara="1" rIns="47450" wrap="square" tIns="237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34"/>
                <a:buFont typeface="Malgun Gothic"/>
                <a:buNone/>
              </a:pPr>
              <a:r>
                <a:rPr lang="en-US" sz="934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stop</a:t>
              </a:r>
              <a:endParaRPr sz="934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34"/>
                <a:buFont typeface="Malgun Gothic"/>
                <a:buNone/>
              </a:pPr>
              <a:r>
                <a:rPr lang="en-US" sz="934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watch</a:t>
              </a:r>
              <a:endParaRPr sz="934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45" name="Google Shape;545;h698aa550adcc4187_1_585"/>
            <p:cNvSpPr/>
            <p:nvPr/>
          </p:nvSpPr>
          <p:spPr>
            <a:xfrm>
              <a:off x="1466850" y="4131790"/>
              <a:ext cx="7929900" cy="939000"/>
            </a:xfrm>
            <a:prstGeom prst="rect">
              <a:avLst/>
            </a:prstGeom>
            <a:noFill/>
            <a:ln cap="flat" cmpd="sng" w="296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725" lIns="47450" spcFirstLastPara="1" rIns="47450" wrap="square" tIns="237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4"/>
                <a:buFont typeface="Malgun Gothic"/>
                <a:buNone/>
              </a:pPr>
              <a:r>
                <a:t/>
              </a:r>
              <a:endParaRPr sz="934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46" name="Google Shape;546;h698aa550adcc4187_1_585"/>
            <p:cNvSpPr/>
            <p:nvPr/>
          </p:nvSpPr>
          <p:spPr>
            <a:xfrm>
              <a:off x="285750" y="5106777"/>
              <a:ext cx="1155600" cy="939000"/>
            </a:xfrm>
            <a:prstGeom prst="rect">
              <a:avLst/>
            </a:prstGeom>
            <a:solidFill>
              <a:srgbClr val="C00000"/>
            </a:solidFill>
            <a:ln cap="flat" cmpd="sng" w="9900">
              <a:solidFill>
                <a:srgbClr val="0828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725" lIns="47450" spcFirstLastPara="1" rIns="47450" wrap="square" tIns="237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34"/>
                <a:buFont typeface="Malgun Gothic"/>
                <a:buNone/>
              </a:pPr>
              <a:r>
                <a:rPr lang="en-US" sz="934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watch</a:t>
              </a:r>
              <a:endParaRPr sz="934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47" name="Google Shape;547;h698aa550adcc4187_1_585"/>
            <p:cNvSpPr/>
            <p:nvPr/>
          </p:nvSpPr>
          <p:spPr>
            <a:xfrm>
              <a:off x="1441450" y="5106777"/>
              <a:ext cx="7929900" cy="939000"/>
            </a:xfrm>
            <a:prstGeom prst="rect">
              <a:avLst/>
            </a:prstGeom>
            <a:noFill/>
            <a:ln cap="flat" cmpd="sng" w="296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725" lIns="47450" spcFirstLastPara="1" rIns="47450" wrap="square" tIns="237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4"/>
                <a:buFont typeface="Malgun Gothic"/>
                <a:buNone/>
              </a:pPr>
              <a:r>
                <a:t/>
              </a:r>
              <a:endParaRPr sz="934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48" name="Google Shape;548;h698aa550adcc4187_1_585"/>
            <p:cNvSpPr/>
            <p:nvPr/>
          </p:nvSpPr>
          <p:spPr>
            <a:xfrm>
              <a:off x="4464050" y="1819537"/>
              <a:ext cx="2006700" cy="4378800"/>
            </a:xfrm>
            <a:prstGeom prst="rect">
              <a:avLst/>
            </a:prstGeom>
            <a:noFill/>
            <a:ln cap="flat" cmpd="sng" w="1977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725" lIns="47450" spcFirstLastPara="1" rIns="47450" wrap="square" tIns="237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4"/>
                <a:buFont typeface="Malgun Gothic"/>
                <a:buNone/>
              </a:pPr>
              <a:r>
                <a:t/>
              </a:r>
              <a:endParaRPr sz="934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49" name="Google Shape;549;h698aa550adcc4187_1_585"/>
            <p:cNvSpPr/>
            <p:nvPr/>
          </p:nvSpPr>
          <p:spPr>
            <a:xfrm>
              <a:off x="6623050" y="1819537"/>
              <a:ext cx="2121000" cy="4378800"/>
            </a:xfrm>
            <a:prstGeom prst="rect">
              <a:avLst/>
            </a:prstGeom>
            <a:noFill/>
            <a:ln cap="flat" cmpd="sng" w="1977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725" lIns="47450" spcFirstLastPara="1" rIns="47450" wrap="square" tIns="237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4"/>
                <a:buFont typeface="Malgun Gothic"/>
                <a:buNone/>
              </a:pPr>
              <a:r>
                <a:t/>
              </a:r>
              <a:endParaRPr sz="934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BFF"/>
        </a:solid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h698aa550adcc4187_1_606"/>
          <p:cNvSpPr txBox="1"/>
          <p:nvPr>
            <p:ph type="title"/>
          </p:nvPr>
        </p:nvSpPr>
        <p:spPr>
          <a:xfrm>
            <a:off x="2009676" y="803800"/>
            <a:ext cx="79263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3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790"/>
              <a:buFont typeface="Malgun Gothic"/>
              <a:buNone/>
            </a:pPr>
            <a:r>
              <a:rPr b="1" i="0" lang="en-US" sz="299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시뮬레이션: Watch+</a:t>
            </a:r>
            <a:r>
              <a:rPr b="1" lang="en-US" sz="2990">
                <a:latin typeface="Malgun Gothic"/>
                <a:ea typeface="Malgun Gothic"/>
                <a:cs typeface="Malgun Gothic"/>
                <a:sym typeface="Malgun Gothic"/>
              </a:rPr>
              <a:t> stopwatch</a:t>
            </a:r>
            <a:r>
              <a:rPr b="1" i="0" lang="en-US" sz="299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en-US" sz="2990">
                <a:latin typeface="Malgun Gothic"/>
                <a:ea typeface="Malgun Gothic"/>
                <a:cs typeface="Malgun Gothic"/>
                <a:sym typeface="Malgun Gothic"/>
              </a:rPr>
              <a:t>컨트롤</a:t>
            </a:r>
            <a:r>
              <a:rPr b="1" i="0" lang="en-US" sz="299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 유닛</a:t>
            </a:r>
            <a:endParaRPr sz="2990"/>
          </a:p>
        </p:txBody>
      </p:sp>
      <p:sp>
        <p:nvSpPr>
          <p:cNvPr id="556" name="Google Shape;556;h698aa550adcc4187_1_606"/>
          <p:cNvSpPr/>
          <p:nvPr/>
        </p:nvSpPr>
        <p:spPr>
          <a:xfrm>
            <a:off x="364667" y="1496033"/>
            <a:ext cx="5628000" cy="4599900"/>
          </a:xfrm>
          <a:prstGeom prst="roundRect">
            <a:avLst>
              <a:gd fmla="val 2761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7" name="Google Shape;557;h698aa550adcc4187_1_606"/>
          <p:cNvSpPr/>
          <p:nvPr/>
        </p:nvSpPr>
        <p:spPr>
          <a:xfrm>
            <a:off x="6096000" y="1496033"/>
            <a:ext cx="5628000" cy="2289900"/>
          </a:xfrm>
          <a:prstGeom prst="roundRect">
            <a:avLst>
              <a:gd fmla="val 4545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8" name="Google Shape;558;h698aa550adcc4187_1_606"/>
          <p:cNvSpPr/>
          <p:nvPr/>
        </p:nvSpPr>
        <p:spPr>
          <a:xfrm>
            <a:off x="695817" y="4704603"/>
            <a:ext cx="2459100" cy="2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 조건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9" name="Google Shape;559;h698aa550adcc4187_1_606"/>
          <p:cNvSpPr/>
          <p:nvPr/>
        </p:nvSpPr>
        <p:spPr>
          <a:xfrm>
            <a:off x="695817" y="4968724"/>
            <a:ext cx="24591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2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SW2=1 유지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2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L 반복 입력, U / D 각각 입력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0" name="Google Shape;560;h698aa550adcc4187_1_606"/>
          <p:cNvSpPr/>
          <p:nvPr/>
        </p:nvSpPr>
        <p:spPr>
          <a:xfrm>
            <a:off x="3084583" y="4704608"/>
            <a:ext cx="2459100" cy="2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관찰 결과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1" name="Google Shape;561;h698aa550adcc4187_1_606"/>
          <p:cNvSpPr/>
          <p:nvPr/>
        </p:nvSpPr>
        <p:spPr>
          <a:xfrm>
            <a:off x="3084583" y="4968728"/>
            <a:ext cx="24591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2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L마다 선택 자리 순환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2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00 → 01 → 10 → 11 → 00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2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U / D와 up / down 대응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62" name="Google Shape;562;h698aa550adcc4187_1_6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5818" y="2276481"/>
            <a:ext cx="4847959" cy="2054794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h698aa550adcc4187_1_606"/>
          <p:cNvSpPr/>
          <p:nvPr/>
        </p:nvSpPr>
        <p:spPr>
          <a:xfrm>
            <a:off x="2241923" y="4110109"/>
            <a:ext cx="3419700" cy="239100"/>
          </a:xfrm>
          <a:prstGeom prst="rect">
            <a:avLst/>
          </a:prstGeom>
          <a:noFill/>
          <a:ln cap="flat" cmpd="sng" w="46575">
            <a:solidFill>
              <a:srgbClr val="C736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925" lIns="55825" spcFirstLastPara="1" rIns="55825" wrap="square" tIns="27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algun Gothic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4" name="Google Shape;564;h698aa550adcc4187_1_606"/>
          <p:cNvSpPr/>
          <p:nvPr/>
        </p:nvSpPr>
        <p:spPr>
          <a:xfrm>
            <a:off x="2950190" y="3629998"/>
            <a:ext cx="2052000" cy="363600"/>
          </a:xfrm>
          <a:prstGeom prst="rect">
            <a:avLst/>
          </a:prstGeom>
          <a:noFill/>
          <a:ln cap="flat" cmpd="sng" w="46575">
            <a:solidFill>
              <a:srgbClr val="156F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925" lIns="55825" spcFirstLastPara="1" rIns="55825" wrap="square" tIns="27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algun Gothic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5" name="Google Shape;565;h698aa550adcc4187_1_606"/>
          <p:cNvSpPr txBox="1"/>
          <p:nvPr/>
        </p:nvSpPr>
        <p:spPr>
          <a:xfrm>
            <a:off x="1372183" y="3518333"/>
            <a:ext cx="690900" cy="21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27925" lIns="55825" spcFirstLastPara="1" rIns="55825" wrap="square" tIns="27925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9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sw2 = 1</a:t>
            </a:r>
            <a:endParaRPr b="1" i="0" sz="10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66" name="Google Shape;566;h698aa550adcc4187_1_6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8132" y="1772374"/>
            <a:ext cx="3419594" cy="1768230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h698aa550adcc4187_1_606"/>
          <p:cNvSpPr/>
          <p:nvPr/>
        </p:nvSpPr>
        <p:spPr>
          <a:xfrm>
            <a:off x="8225518" y="3287924"/>
            <a:ext cx="599700" cy="230400"/>
          </a:xfrm>
          <a:prstGeom prst="rect">
            <a:avLst/>
          </a:prstGeom>
          <a:noFill/>
          <a:ln cap="flat" cmpd="sng" w="31825">
            <a:solidFill>
              <a:srgbClr val="C736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9100" lIns="38125" spcFirstLastPara="1" rIns="38125" wrap="square" tIns="19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8" name="Google Shape;568;h698aa550adcc4187_1_606"/>
          <p:cNvSpPr/>
          <p:nvPr/>
        </p:nvSpPr>
        <p:spPr>
          <a:xfrm>
            <a:off x="8225518" y="2445936"/>
            <a:ext cx="599700" cy="421200"/>
          </a:xfrm>
          <a:prstGeom prst="rect">
            <a:avLst/>
          </a:prstGeom>
          <a:noFill/>
          <a:ln cap="flat" cmpd="sng" w="31825">
            <a:solidFill>
              <a:srgbClr val="156F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9100" lIns="38125" spcFirstLastPara="1" rIns="38125" wrap="square" tIns="19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9" name="Google Shape;569;h698aa550adcc4187_1_606"/>
          <p:cNvSpPr txBox="1"/>
          <p:nvPr/>
        </p:nvSpPr>
        <p:spPr>
          <a:xfrm>
            <a:off x="9673233" y="2101533"/>
            <a:ext cx="2022300" cy="15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LAPTIME 중 </a:t>
            </a:r>
            <a:endParaRPr b="0" i="0" sz="14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C → M → D </a:t>
            </a:r>
            <a:endParaRPr b="0" i="0" sz="14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C / M: clear=0, mode 유지 run_stop=1, laptime=1 </a:t>
            </a:r>
            <a:endParaRPr b="0" i="0" sz="14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D: lap_cap 펄스 발생 </a:t>
            </a:r>
            <a:endParaRPr b="0" i="0" sz="14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0" name="Google Shape;570;h698aa550adcc4187_1_606"/>
          <p:cNvSpPr/>
          <p:nvPr/>
        </p:nvSpPr>
        <p:spPr>
          <a:xfrm>
            <a:off x="6096000" y="3876423"/>
            <a:ext cx="5628000" cy="2289900"/>
          </a:xfrm>
          <a:prstGeom prst="roundRect">
            <a:avLst>
              <a:gd fmla="val 4545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1" name="Google Shape;571;h698aa550adcc4187_1_606"/>
          <p:cNvSpPr txBox="1"/>
          <p:nvPr/>
        </p:nvSpPr>
        <p:spPr>
          <a:xfrm>
            <a:off x="9673233" y="4560133"/>
            <a:ext cx="2022300" cy="15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R 입력 → STOP 전환 run_stop: 1 → 0 </a:t>
            </a:r>
            <a:endParaRPr b="0" i="0" sz="14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laptime: 1 → 0 </a:t>
            </a:r>
            <a:endParaRPr b="0" i="0" sz="14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lap_cap: 0 유지 </a:t>
            </a:r>
            <a:endParaRPr b="0" i="0" sz="14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72" name="Google Shape;572;h698aa550adcc4187_1_60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2868" y="4030074"/>
            <a:ext cx="3170133" cy="1818929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h698aa550adcc4187_1_606"/>
          <p:cNvSpPr/>
          <p:nvPr/>
        </p:nvSpPr>
        <p:spPr>
          <a:xfrm>
            <a:off x="8614563" y="4553322"/>
            <a:ext cx="451500" cy="1330500"/>
          </a:xfrm>
          <a:prstGeom prst="rect">
            <a:avLst/>
          </a:prstGeom>
          <a:noFill/>
          <a:ln cap="flat" cmpd="sng" w="30975">
            <a:solidFill>
              <a:srgbClr val="C736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600" lIns="37125" spcFirstLastPara="1" rIns="37125" wrap="square" tIns="18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Malgun Gothic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4" name="Google Shape;574;h698aa550adcc4187_1_606"/>
          <p:cNvSpPr/>
          <p:nvPr/>
        </p:nvSpPr>
        <p:spPr>
          <a:xfrm>
            <a:off x="9732800" y="1772373"/>
            <a:ext cx="24591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Stopwatch 랩동작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5" name="Google Shape;575;h698aa550adcc4187_1_606"/>
          <p:cNvSpPr/>
          <p:nvPr/>
        </p:nvSpPr>
        <p:spPr>
          <a:xfrm>
            <a:off x="9627733" y="4110107"/>
            <a:ext cx="24591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Stopwatch 랩 종료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6" name="Google Shape;576;h698aa550adcc4187_1_606"/>
          <p:cNvSpPr/>
          <p:nvPr/>
        </p:nvSpPr>
        <p:spPr>
          <a:xfrm>
            <a:off x="695833" y="1737940"/>
            <a:ext cx="24591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watch 컨트롤 유닛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BFF"/>
        </a:solid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h698aa550adcc4187_1_3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3EBFF"/>
              </a:gs>
              <a:gs pos="100000">
                <a:srgbClr val="F6F9FF"/>
              </a:gs>
            </a:gsLst>
            <a:lin ang="419989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3" name="Google Shape;583;h698aa550adcc4187_1_348"/>
          <p:cNvSpPr txBox="1"/>
          <p:nvPr>
            <p:ph type="title"/>
          </p:nvPr>
        </p:nvSpPr>
        <p:spPr>
          <a:xfrm>
            <a:off x="3491508" y="861020"/>
            <a:ext cx="5208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Malgun Gothic"/>
              <a:buNone/>
            </a:pPr>
            <a:r>
              <a:rPr b="1" i="0" lang="en-US" sz="3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스톱워치 · 랩타임 시나리오</a:t>
            </a:r>
            <a:endParaRPr sz="3000"/>
          </a:p>
        </p:txBody>
      </p:sp>
      <p:sp>
        <p:nvSpPr>
          <p:cNvPr id="584" name="Google Shape;584;h698aa550adcc4187_1_348"/>
          <p:cNvSpPr/>
          <p:nvPr/>
        </p:nvSpPr>
        <p:spPr>
          <a:xfrm>
            <a:off x="812800" y="1496020"/>
            <a:ext cx="5673000" cy="4599900"/>
          </a:xfrm>
          <a:prstGeom prst="roundRect">
            <a:avLst>
              <a:gd fmla="val 2761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5" name="Google Shape;585;h698aa550adcc4187_1_348"/>
          <p:cNvSpPr/>
          <p:nvPr/>
        </p:nvSpPr>
        <p:spPr>
          <a:xfrm>
            <a:off x="1016000" y="1673820"/>
            <a:ext cx="406400" cy="279400"/>
          </a:xfrm>
          <a:custGeom>
            <a:rect b="b" l="l" r="r" t="t"/>
            <a:pathLst>
              <a:path extrusionOk="0" h="279400" w="406400">
                <a:moveTo>
                  <a:pt x="139700" y="0"/>
                </a:moveTo>
                <a:lnTo>
                  <a:pt x="266700" y="0"/>
                </a:lnTo>
                <a:cubicBezTo>
                  <a:pt x="303751" y="0"/>
                  <a:pt x="339284" y="14718"/>
                  <a:pt x="365483" y="40917"/>
                </a:cubicBezTo>
                <a:cubicBezTo>
                  <a:pt x="391682" y="67116"/>
                  <a:pt x="406400" y="102649"/>
                  <a:pt x="406400" y="139700"/>
                </a:cubicBezTo>
                <a:lnTo>
                  <a:pt x="406400" y="139700"/>
                </a:lnTo>
                <a:cubicBezTo>
                  <a:pt x="406400" y="216854"/>
                  <a:pt x="343854" y="279400"/>
                  <a:pt x="266700" y="279400"/>
                </a:cubicBezTo>
                <a:lnTo>
                  <a:pt x="139700" y="279400"/>
                </a:lnTo>
                <a:cubicBezTo>
                  <a:pt x="62546" y="279400"/>
                  <a:pt x="0" y="216854"/>
                  <a:pt x="0" y="139700"/>
                </a:cubicBezTo>
                <a:lnTo>
                  <a:pt x="0" y="139700"/>
                </a:lnTo>
                <a:cubicBezTo>
                  <a:pt x="0" y="62546"/>
                  <a:pt x="62546" y="0"/>
                  <a:pt x="139700" y="0"/>
                </a:cubicBezTo>
                <a:close/>
              </a:path>
            </a:pathLst>
          </a:custGeom>
          <a:solidFill>
            <a:srgbClr val="3A70F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S1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6" name="Google Shape;586;h698aa550adcc4187_1_348"/>
          <p:cNvSpPr/>
          <p:nvPr/>
        </p:nvSpPr>
        <p:spPr>
          <a:xfrm>
            <a:off x="1524000" y="1680170"/>
            <a:ext cx="23760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스탑 후 모드 변경 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587" name="Google Shape;587;h698aa550adcc4187_1_348"/>
          <p:cNvGraphicFramePr/>
          <p:nvPr/>
        </p:nvGraphicFramePr>
        <p:xfrm>
          <a:off x="1028700" y="2067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{C6EE83A4-4D7C-47F0-BE3B-7B4E7B42BC90}</a:tableStyleId>
              </a:tblPr>
              <a:tblGrid>
                <a:gridCol w="2627025"/>
                <a:gridCol w="2627025"/>
              </a:tblGrid>
              <a:tr h="36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입력 / 동작 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1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기대 결과 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1FF"/>
                    </a:solidFill>
                  </a:tcPr>
                </a:tc>
              </a:tr>
              <a:tr h="596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RUN 상태에서 STOP 입력 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카운트 정지 FND는 정지 시점의 </a:t>
                      </a:r>
                      <a:endParaRPr sz="1400" u="none" cap="none" strike="noStrike">
                        <a:solidFill>
                          <a:srgbClr val="28282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시간 유지 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STOP 상태에서 MODE 변경 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정지 상태를 유지하며 카운트 방향 변경 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6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btnR (RUN) 입력 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모드 변경 전과 반대 방향으로 </a:t>
                      </a:r>
                      <a:endParaRPr sz="1400" u="none" cap="none" strike="noStrike">
                        <a:solidFill>
                          <a:srgbClr val="28282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카운트 시작 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6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RUN 상태 유지 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변경된 방향으로 카운트하며 </a:t>
                      </a:r>
                      <a:endParaRPr sz="1400" u="none" cap="none" strike="noStrike">
                        <a:solidFill>
                          <a:srgbClr val="28282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FND 표시 갱신 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88" name="Google Shape;588;h698aa550adcc4187_1_348"/>
          <p:cNvSpPr/>
          <p:nvPr/>
        </p:nvSpPr>
        <p:spPr>
          <a:xfrm>
            <a:off x="936988" y="5486400"/>
            <a:ext cx="54246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8C8C8C"/>
                </a:solidFill>
                <a:latin typeface="Malgun Gothic"/>
                <a:ea typeface="Malgun Gothic"/>
                <a:cs typeface="Malgun Gothic"/>
                <a:sym typeface="Malgun Gothic"/>
              </a:rPr>
              <a:t>STOP → MODE 변경 → RUN 순서와 카운트 방향 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9" name="Google Shape;589;h698aa550adcc4187_1_348"/>
          <p:cNvSpPr/>
          <p:nvPr/>
        </p:nvSpPr>
        <p:spPr>
          <a:xfrm>
            <a:off x="6663730" y="1496020"/>
            <a:ext cx="4715400" cy="4599900"/>
          </a:xfrm>
          <a:prstGeom prst="roundRect">
            <a:avLst>
              <a:gd fmla="val 2761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90" name="Google Shape;590;h698aa550adcc4187_1_348"/>
          <p:cNvSpPr/>
          <p:nvPr/>
        </p:nvSpPr>
        <p:spPr>
          <a:xfrm>
            <a:off x="6866930" y="1673820"/>
            <a:ext cx="406400" cy="279400"/>
          </a:xfrm>
          <a:custGeom>
            <a:rect b="b" l="l" r="r" t="t"/>
            <a:pathLst>
              <a:path extrusionOk="0" h="279400" w="406400">
                <a:moveTo>
                  <a:pt x="139700" y="0"/>
                </a:moveTo>
                <a:lnTo>
                  <a:pt x="266700" y="0"/>
                </a:lnTo>
                <a:cubicBezTo>
                  <a:pt x="303751" y="0"/>
                  <a:pt x="339284" y="14718"/>
                  <a:pt x="365483" y="40917"/>
                </a:cubicBezTo>
                <a:cubicBezTo>
                  <a:pt x="391682" y="67116"/>
                  <a:pt x="406400" y="102649"/>
                  <a:pt x="406400" y="139700"/>
                </a:cubicBezTo>
                <a:lnTo>
                  <a:pt x="406400" y="139700"/>
                </a:lnTo>
                <a:cubicBezTo>
                  <a:pt x="406400" y="216854"/>
                  <a:pt x="343854" y="279400"/>
                  <a:pt x="266700" y="279400"/>
                </a:cubicBezTo>
                <a:lnTo>
                  <a:pt x="139700" y="279400"/>
                </a:lnTo>
                <a:cubicBezTo>
                  <a:pt x="62546" y="279400"/>
                  <a:pt x="0" y="216854"/>
                  <a:pt x="0" y="139700"/>
                </a:cubicBezTo>
                <a:lnTo>
                  <a:pt x="0" y="139700"/>
                </a:lnTo>
                <a:cubicBezTo>
                  <a:pt x="0" y="62546"/>
                  <a:pt x="62546" y="0"/>
                  <a:pt x="139700" y="0"/>
                </a:cubicBezTo>
                <a:close/>
              </a:path>
            </a:pathLst>
          </a:custGeom>
          <a:solidFill>
            <a:srgbClr val="3A70F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S2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91" name="Google Shape;591;h698aa550adcc4187_1_348"/>
          <p:cNvSpPr/>
          <p:nvPr/>
        </p:nvSpPr>
        <p:spPr>
          <a:xfrm>
            <a:off x="7374930" y="1680170"/>
            <a:ext cx="663575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랩타임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592" name="Google Shape;592;h698aa550adcc4187_1_348"/>
          <p:cNvGraphicFramePr/>
          <p:nvPr/>
        </p:nvGraphicFramePr>
        <p:xfrm>
          <a:off x="6879630" y="2067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{C6EE83A4-4D7C-47F0-BE3B-7B4E7B42BC90}</a:tableStyleId>
              </a:tblPr>
              <a:tblGrid>
                <a:gridCol w="1890400"/>
                <a:gridCol w="2405975"/>
              </a:tblGrid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입력 / 동작 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1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기대 결과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1FF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RUN 상태 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내부 real time 정상 카운트 </a:t>
                      </a:r>
                      <a:endParaRPr sz="1400" u="none" cap="none" strike="noStrike">
                        <a:solidFill>
                          <a:srgbClr val="28282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FND는 real time 표시 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LAP 버튼 첫 입력 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내부 real time은 계속 카운트 FND는 입력 시점의 시간 고정 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LAP 표시 유지 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내부 real time은 계속 카운트 FND는 저장된 랩타임 유지 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LAP 버튼 재입력 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FND가 현재 real time 표시로 </a:t>
                      </a:r>
                      <a:endParaRPr sz="1400" u="none" cap="none" strike="noStrike">
                        <a:solidFill>
                          <a:srgbClr val="28282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복귀 이후 실시간으로 갱신 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93" name="Google Shape;593;h698aa550adcc4187_1_348"/>
          <p:cNvSpPr/>
          <p:nvPr/>
        </p:nvSpPr>
        <p:spPr>
          <a:xfrm>
            <a:off x="6802318" y="5486400"/>
            <a:ext cx="44382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8C8C8C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내부 real time과 FND 표시값 비교 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BFF"/>
        </a:solidFill>
      </p:bgPr>
    </p:bg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h698aa550adcc4187_1_13"/>
          <p:cNvSpPr txBox="1"/>
          <p:nvPr>
            <p:ph type="title"/>
          </p:nvPr>
        </p:nvSpPr>
        <p:spPr>
          <a:xfrm>
            <a:off x="3223416" y="861025"/>
            <a:ext cx="5745163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Malgun Gothic"/>
              <a:buNone/>
            </a:pPr>
            <a:r>
              <a:rPr b="1" i="0" lang="en-US" sz="3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시뮬레이션: </a:t>
            </a:r>
            <a:r>
              <a:rPr b="1" lang="en-US" sz="3000">
                <a:latin typeface="Malgun Gothic"/>
                <a:ea typeface="Malgun Gothic"/>
                <a:cs typeface="Malgun Gothic"/>
                <a:sym typeface="Malgun Gothic"/>
              </a:rPr>
              <a:t>모드 변경과 랩타임 </a:t>
            </a:r>
            <a:endParaRPr sz="3000"/>
          </a:p>
        </p:txBody>
      </p:sp>
      <p:sp>
        <p:nvSpPr>
          <p:cNvPr id="600" name="Google Shape;600;h698aa550adcc4187_1_13"/>
          <p:cNvSpPr/>
          <p:nvPr/>
        </p:nvSpPr>
        <p:spPr>
          <a:xfrm>
            <a:off x="483550" y="1496025"/>
            <a:ext cx="7481700" cy="4930800"/>
          </a:xfrm>
          <a:prstGeom prst="roundRect">
            <a:avLst>
              <a:gd fmla="val 2761" name="adj"/>
            </a:avLst>
          </a:prstGeom>
          <a:solidFill>
            <a:srgbClr val="FFFFFF"/>
          </a:solidFill>
          <a:ln>
            <a:noFill/>
          </a:ln>
          <a:effectLst>
            <a:outerShdw blurRad="272268" rotWithShape="0" algn="bl" dir="5400000" dist="81680">
              <a:srgbClr val="3A70FC">
                <a:alpha val="10196"/>
              </a:srgbClr>
            </a:outerShdw>
          </a:effectLst>
        </p:spPr>
        <p:txBody>
          <a:bodyPr anchorCtr="0" anchor="ctr" bIns="98000" lIns="98000" spcFirstLastPara="1" rIns="98000" wrap="square" tIns="9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1"/>
              <a:buFont typeface="Malgun Gothic"/>
              <a:buNone/>
            </a:pPr>
            <a:r>
              <a:t/>
            </a:r>
            <a:endParaRPr b="0" i="0" sz="1501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1" name="Google Shape;601;h698aa550adcc4187_1_13"/>
          <p:cNvSpPr/>
          <p:nvPr/>
        </p:nvSpPr>
        <p:spPr>
          <a:xfrm>
            <a:off x="674138" y="1659386"/>
            <a:ext cx="7992600" cy="2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5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394"/>
              <a:buFont typeface="Malgun Gothic"/>
              <a:buNone/>
            </a:pPr>
            <a:r>
              <a:rPr b="1" i="0" lang="en-US" sz="1394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모드 변경은 stop 상태를 거치며, 랩타임은 표시만 변경</a:t>
            </a:r>
            <a:endParaRPr b="0" i="0" sz="1394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2" name="Google Shape;602;h698aa550adcc4187_1_13"/>
          <p:cNvSpPr/>
          <p:nvPr/>
        </p:nvSpPr>
        <p:spPr>
          <a:xfrm>
            <a:off x="658700" y="1988775"/>
            <a:ext cx="7131600" cy="4190700"/>
          </a:xfrm>
          <a:prstGeom prst="roundRect">
            <a:avLst>
              <a:gd fmla="val 2060" name="adj"/>
            </a:avLst>
          </a:prstGeom>
          <a:solidFill>
            <a:srgbClr val="F6F9FF"/>
          </a:solidFill>
          <a:ln>
            <a:noFill/>
          </a:ln>
        </p:spPr>
        <p:txBody>
          <a:bodyPr anchorCtr="0" anchor="ctr" bIns="98000" lIns="98000" spcFirstLastPara="1" rIns="98000" wrap="square" tIns="9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3" name="Google Shape;603;h698aa550adcc4187_1_13"/>
          <p:cNvSpPr/>
          <p:nvPr/>
        </p:nvSpPr>
        <p:spPr>
          <a:xfrm>
            <a:off x="8268950" y="1496025"/>
            <a:ext cx="3475200" cy="4930800"/>
          </a:xfrm>
          <a:prstGeom prst="roundRect">
            <a:avLst>
              <a:gd fmla="val 4545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4" name="Google Shape;604;h698aa550adcc4187_1_13"/>
          <p:cNvSpPr/>
          <p:nvPr/>
        </p:nvSpPr>
        <p:spPr>
          <a:xfrm>
            <a:off x="8579910" y="1659375"/>
            <a:ext cx="2822575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S1 · 스탑 후 모드 변경 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5" name="Google Shape;605;h698aa550adcc4187_1_13"/>
          <p:cNvSpPr/>
          <p:nvPr/>
        </p:nvSpPr>
        <p:spPr>
          <a:xfrm>
            <a:off x="8579901" y="2039275"/>
            <a:ext cx="2766600" cy="10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동작순서</a:t>
            </a:r>
            <a:endParaRPr b="1" i="0" sz="1200" u="none" cap="none" strike="noStrike">
              <a:solidFill>
                <a:srgbClr val="282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stop 상태로 진입</a:t>
            </a:r>
            <a:endParaRPr b="0" i="0" sz="1200" u="none" cap="none" strike="noStrike">
              <a:solidFill>
                <a:srgbClr val="282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mode 변경</a:t>
            </a:r>
            <a:endParaRPr b="0" i="0" sz="1200" u="none" cap="none" strike="noStrike">
              <a:solidFill>
                <a:srgbClr val="282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run 상태로 전환</a:t>
            </a:r>
            <a:endParaRPr b="0" i="0" sz="1200" u="none" cap="none" strike="noStrike">
              <a:solidFill>
                <a:srgbClr val="282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동작결과</a:t>
            </a:r>
            <a:r>
              <a:rPr b="0" i="0" lang="en-US" sz="12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b="0" i="0" sz="1200" u="none" cap="none" strike="noStrike">
              <a:solidFill>
                <a:srgbClr val="282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모드 변경 전과 반대 방향 카운트 시작 </a:t>
            </a:r>
            <a:endParaRPr b="0" i="0" sz="1200" u="none" cap="none" strike="noStrike">
              <a:solidFill>
                <a:srgbClr val="282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6" name="Google Shape;606;h698aa550adcc4187_1_13"/>
          <p:cNvSpPr/>
          <p:nvPr/>
        </p:nvSpPr>
        <p:spPr>
          <a:xfrm>
            <a:off x="8579890" y="4010700"/>
            <a:ext cx="2528700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S2 · 랩타임 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7" name="Google Shape;607;h698aa550adcc4187_1_13"/>
          <p:cNvSpPr/>
          <p:nvPr/>
        </p:nvSpPr>
        <p:spPr>
          <a:xfrm>
            <a:off x="8579900" y="4423900"/>
            <a:ext cx="2853300" cy="21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동작순서</a:t>
            </a:r>
            <a:endParaRPr b="0" i="0" sz="1200" u="none" cap="none" strike="noStrike">
              <a:solidFill>
                <a:srgbClr val="282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카운트 중 lap 버튼 입력</a:t>
            </a:r>
            <a:endParaRPr b="0" i="0" sz="1200" u="none" cap="none" strike="noStrike">
              <a:solidFill>
                <a:srgbClr val="282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lap 버튼 재입력</a:t>
            </a:r>
            <a:endParaRPr b="0" i="0" sz="1200" u="none" cap="none" strike="noStrike">
              <a:solidFill>
                <a:srgbClr val="282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동작결과</a:t>
            </a:r>
            <a:r>
              <a:rPr b="0" i="0" lang="en-US" sz="12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b="0" i="0" sz="1200" u="none" cap="none" strike="noStrike">
              <a:solidFill>
                <a:srgbClr val="282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real time은 정상적으로 카운트 </a:t>
            </a:r>
            <a:endParaRPr b="0" i="0" sz="1200" u="none" cap="none" strike="noStrike">
              <a:solidFill>
                <a:srgbClr val="282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FND는 lap 버튼 누른 시점 시간 출력 </a:t>
            </a:r>
            <a:endParaRPr b="0" i="0" sz="1200" u="none" cap="none" strike="noStrike">
              <a:solidFill>
                <a:srgbClr val="282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08" name="Google Shape;608;h698aa550adcc4187_1_13"/>
          <p:cNvGrpSpPr/>
          <p:nvPr/>
        </p:nvGrpSpPr>
        <p:grpSpPr>
          <a:xfrm>
            <a:off x="1011659" y="2119766"/>
            <a:ext cx="6367351" cy="1623288"/>
            <a:chOff x="1265850" y="1201000"/>
            <a:chExt cx="8063000" cy="2055575"/>
          </a:xfrm>
        </p:grpSpPr>
        <p:grpSp>
          <p:nvGrpSpPr>
            <p:cNvPr id="609" name="Google Shape;609;h698aa550adcc4187_1_13"/>
            <p:cNvGrpSpPr/>
            <p:nvPr/>
          </p:nvGrpSpPr>
          <p:grpSpPr>
            <a:xfrm>
              <a:off x="1265850" y="1201000"/>
              <a:ext cx="8063000" cy="2055575"/>
              <a:chOff x="1549250" y="1775675"/>
              <a:chExt cx="8063000" cy="2055575"/>
            </a:xfrm>
          </p:grpSpPr>
          <p:sp>
            <p:nvSpPr>
              <p:cNvPr id="610" name="Google Shape;610;h698aa550adcc4187_1_13"/>
              <p:cNvSpPr/>
              <p:nvPr/>
            </p:nvSpPr>
            <p:spPr>
              <a:xfrm>
                <a:off x="1637900" y="1839145"/>
                <a:ext cx="406400" cy="279400"/>
              </a:xfrm>
              <a:custGeom>
                <a:rect b="b" l="l" r="r" t="t"/>
                <a:pathLst>
                  <a:path extrusionOk="0" h="279400" w="406400">
                    <a:moveTo>
                      <a:pt x="139700" y="0"/>
                    </a:moveTo>
                    <a:lnTo>
                      <a:pt x="266700" y="0"/>
                    </a:lnTo>
                    <a:cubicBezTo>
                      <a:pt x="303751" y="0"/>
                      <a:pt x="339284" y="14718"/>
                      <a:pt x="365483" y="40917"/>
                    </a:cubicBezTo>
                    <a:cubicBezTo>
                      <a:pt x="391682" y="67116"/>
                      <a:pt x="406400" y="102649"/>
                      <a:pt x="406400" y="139700"/>
                    </a:cubicBezTo>
                    <a:lnTo>
                      <a:pt x="406400" y="139700"/>
                    </a:lnTo>
                    <a:cubicBezTo>
                      <a:pt x="406400" y="216854"/>
                      <a:pt x="343854" y="279400"/>
                      <a:pt x="266700" y="279400"/>
                    </a:cubicBezTo>
                    <a:lnTo>
                      <a:pt x="139700" y="279400"/>
                    </a:lnTo>
                    <a:cubicBezTo>
                      <a:pt x="62546" y="279400"/>
                      <a:pt x="0" y="216854"/>
                      <a:pt x="0" y="139700"/>
                    </a:cubicBezTo>
                    <a:lnTo>
                      <a:pt x="0" y="139700"/>
                    </a:lnTo>
                    <a:cubicBezTo>
                      <a:pt x="0" y="62546"/>
                      <a:pt x="62546" y="0"/>
                      <a:pt x="139700" y="0"/>
                    </a:cubicBezTo>
                    <a:close/>
                  </a:path>
                </a:pathLst>
              </a:custGeom>
              <a:solidFill>
                <a:srgbClr val="3A70FC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1803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948"/>
                  <a:buFont typeface="Malgun Gothic"/>
                  <a:buNone/>
                </a:pPr>
                <a:r>
                  <a:rPr b="1" i="0" lang="en-US" sz="948" u="none" cap="none" strike="noStrik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S1</a:t>
                </a:r>
                <a:endParaRPr b="0" i="0" sz="948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11" name="Google Shape;611;h698aa550adcc4187_1_13"/>
              <p:cNvSpPr/>
              <p:nvPr/>
            </p:nvSpPr>
            <p:spPr>
              <a:xfrm>
                <a:off x="7488830" y="1839145"/>
                <a:ext cx="406400" cy="279400"/>
              </a:xfrm>
              <a:custGeom>
                <a:rect b="b" l="l" r="r" t="t"/>
                <a:pathLst>
                  <a:path extrusionOk="0" h="279400" w="406400">
                    <a:moveTo>
                      <a:pt x="139700" y="0"/>
                    </a:moveTo>
                    <a:lnTo>
                      <a:pt x="266700" y="0"/>
                    </a:lnTo>
                    <a:cubicBezTo>
                      <a:pt x="303751" y="0"/>
                      <a:pt x="339284" y="14718"/>
                      <a:pt x="365483" y="40917"/>
                    </a:cubicBezTo>
                    <a:cubicBezTo>
                      <a:pt x="391682" y="67116"/>
                      <a:pt x="406400" y="102649"/>
                      <a:pt x="406400" y="139700"/>
                    </a:cubicBezTo>
                    <a:lnTo>
                      <a:pt x="406400" y="139700"/>
                    </a:lnTo>
                    <a:cubicBezTo>
                      <a:pt x="406400" y="216854"/>
                      <a:pt x="343854" y="279400"/>
                      <a:pt x="266700" y="279400"/>
                    </a:cubicBezTo>
                    <a:lnTo>
                      <a:pt x="139700" y="279400"/>
                    </a:lnTo>
                    <a:cubicBezTo>
                      <a:pt x="62546" y="279400"/>
                      <a:pt x="0" y="216854"/>
                      <a:pt x="0" y="139700"/>
                    </a:cubicBezTo>
                    <a:lnTo>
                      <a:pt x="0" y="139700"/>
                    </a:lnTo>
                    <a:cubicBezTo>
                      <a:pt x="0" y="62546"/>
                      <a:pt x="62546" y="0"/>
                      <a:pt x="139700" y="0"/>
                    </a:cubicBezTo>
                    <a:close/>
                  </a:path>
                </a:pathLst>
              </a:custGeom>
              <a:solidFill>
                <a:srgbClr val="3A70FC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1803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948"/>
                  <a:buFont typeface="Malgun Gothic"/>
                  <a:buNone/>
                </a:pPr>
                <a:r>
                  <a:rPr b="1" i="0" lang="en-US" sz="948" u="none" cap="none" strike="noStrik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S2</a:t>
                </a:r>
                <a:endParaRPr b="0" i="0" sz="948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612" name="Google Shape;612;h698aa550adcc4187_1_1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549250" y="1775675"/>
                <a:ext cx="8001001" cy="20555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200587" rotWithShape="0" algn="bl" dir="5400000" dist="60176">
                  <a:srgbClr val="3A70FC">
                    <a:alpha val="10196"/>
                  </a:srgbClr>
                </a:outerShdw>
              </a:effectLst>
            </p:spPr>
          </p:pic>
          <p:sp>
            <p:nvSpPr>
              <p:cNvPr id="613" name="Google Shape;613;h698aa550adcc4187_1_13"/>
              <p:cNvSpPr/>
              <p:nvPr/>
            </p:nvSpPr>
            <p:spPr>
              <a:xfrm>
                <a:off x="3976875" y="2137425"/>
                <a:ext cx="50400" cy="1824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200587" rotWithShape="0" algn="bl" dir="5400000" dist="60176">
                  <a:srgbClr val="3A70FC">
                    <a:alpha val="10196"/>
                  </a:srgbClr>
                </a:outerShdw>
              </a:effectLst>
            </p:spPr>
            <p:txBody>
              <a:bodyPr anchorCtr="0" anchor="ctr" bIns="72200" lIns="72200" spcFirstLastPara="1" rIns="72200" wrap="square" tIns="722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6"/>
                  <a:buFont typeface="Malgun Gothic"/>
                  <a:buNone/>
                </a:pPr>
                <a:r>
                  <a:t/>
                </a:r>
                <a:endParaRPr b="0" i="0" sz="1106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14" name="Google Shape;614;h698aa550adcc4187_1_13"/>
              <p:cNvSpPr/>
              <p:nvPr/>
            </p:nvSpPr>
            <p:spPr>
              <a:xfrm>
                <a:off x="8247925" y="2160375"/>
                <a:ext cx="50400" cy="1824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200587" rotWithShape="0" algn="bl" dir="5400000" dist="60176">
                  <a:srgbClr val="3A70FC">
                    <a:alpha val="10196"/>
                  </a:srgbClr>
                </a:outerShdw>
              </a:effectLst>
            </p:spPr>
            <p:txBody>
              <a:bodyPr anchorCtr="0" anchor="ctr" bIns="72200" lIns="72200" spcFirstLastPara="1" rIns="72200" wrap="square" tIns="722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6"/>
                  <a:buFont typeface="Malgun Gothic"/>
                  <a:buNone/>
                </a:pPr>
                <a:r>
                  <a:t/>
                </a:r>
                <a:endParaRPr b="0" i="0" sz="1106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15" name="Google Shape;615;h698aa550adcc4187_1_13"/>
              <p:cNvSpPr/>
              <p:nvPr/>
            </p:nvSpPr>
            <p:spPr>
              <a:xfrm>
                <a:off x="3906000" y="3097150"/>
                <a:ext cx="50400" cy="1824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200587" rotWithShape="0" algn="bl" dir="5400000" dist="60176">
                  <a:srgbClr val="3A70FC">
                    <a:alpha val="10196"/>
                  </a:srgbClr>
                </a:outerShdw>
              </a:effectLst>
            </p:spPr>
            <p:txBody>
              <a:bodyPr anchorCtr="0" anchor="ctr" bIns="72200" lIns="72200" spcFirstLastPara="1" rIns="72200" wrap="square" tIns="722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6"/>
                  <a:buFont typeface="Malgun Gothic"/>
                  <a:buNone/>
                </a:pPr>
                <a:r>
                  <a:t/>
                </a:r>
                <a:endParaRPr b="0" i="0" sz="1106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16" name="Google Shape;616;h698aa550adcc4187_1_13"/>
              <p:cNvSpPr/>
              <p:nvPr/>
            </p:nvSpPr>
            <p:spPr>
              <a:xfrm>
                <a:off x="3976875" y="3449650"/>
                <a:ext cx="50400" cy="1824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200587" rotWithShape="0" algn="bl" dir="5400000" dist="60176">
                  <a:srgbClr val="3A70FC">
                    <a:alpha val="10196"/>
                  </a:srgbClr>
                </a:outerShdw>
              </a:effectLst>
            </p:spPr>
            <p:txBody>
              <a:bodyPr anchorCtr="0" anchor="ctr" bIns="72200" lIns="72200" spcFirstLastPara="1" rIns="72200" wrap="square" tIns="722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6"/>
                  <a:buFont typeface="Malgun Gothic"/>
                  <a:buNone/>
                </a:pPr>
                <a:r>
                  <a:t/>
                </a:r>
                <a:endParaRPr b="0" i="0" sz="1106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17" name="Google Shape;617;h698aa550adcc4187_1_13"/>
              <p:cNvSpPr/>
              <p:nvPr/>
            </p:nvSpPr>
            <p:spPr>
              <a:xfrm>
                <a:off x="4063000" y="3097150"/>
                <a:ext cx="50400" cy="1824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200587" rotWithShape="0" algn="bl" dir="5400000" dist="60176">
                  <a:srgbClr val="3A70FC">
                    <a:alpha val="10196"/>
                  </a:srgbClr>
                </a:outerShdw>
              </a:effectLst>
            </p:spPr>
            <p:txBody>
              <a:bodyPr anchorCtr="0" anchor="ctr" bIns="72200" lIns="72200" spcFirstLastPara="1" rIns="72200" wrap="square" tIns="722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6"/>
                  <a:buFont typeface="Malgun Gothic"/>
                  <a:buNone/>
                </a:pPr>
                <a:r>
                  <a:t/>
                </a:r>
                <a:endParaRPr b="0" i="0" sz="1106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18" name="Google Shape;618;h698aa550adcc4187_1_13"/>
              <p:cNvSpPr txBox="1"/>
              <p:nvPr/>
            </p:nvSpPr>
            <p:spPr>
              <a:xfrm>
                <a:off x="1598000" y="2253413"/>
                <a:ext cx="664500" cy="23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2200" lIns="72200" spcFirstLastPara="1" rIns="72200" wrap="square" tIns="72200">
                <a:noAutofit/>
              </a:bodyPr>
              <a:lstStyle/>
              <a:p>
                <a:pPr indent="0" lvl="0" marL="0" marR="0" rtl="0" algn="l">
                  <a:lnSpc>
                    <a:spcPct val="11808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53"/>
                  <a:buFont typeface="Malgun Gothic"/>
                  <a:buNone/>
                </a:pPr>
                <a:r>
                  <a:rPr b="1" i="0" lang="en-US" sz="553" u="none" cap="none" strike="noStrike">
                    <a:solidFill>
                      <a:srgbClr val="141413"/>
                    </a:solidFill>
                    <a:highlight>
                      <a:srgbClr val="F6F9FF"/>
                    </a:highlight>
                    <a:latin typeface="Malgun Gothic"/>
                    <a:ea typeface="Malgun Gothic"/>
                    <a:cs typeface="Malgun Gothic"/>
                    <a:sym typeface="Malgun Gothic"/>
                  </a:rPr>
                  <a:t>msec</a:t>
                </a:r>
                <a:endParaRPr b="1" i="0" sz="553" u="none" cap="none" strike="noStrike">
                  <a:solidFill>
                    <a:srgbClr val="141413"/>
                  </a:solidFill>
                  <a:highlight>
                    <a:srgbClr val="F6F9FF"/>
                  </a:highlight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19" name="Google Shape;619;h698aa550adcc4187_1_13"/>
              <p:cNvSpPr txBox="1"/>
              <p:nvPr/>
            </p:nvSpPr>
            <p:spPr>
              <a:xfrm>
                <a:off x="1599446" y="2383700"/>
                <a:ext cx="828000" cy="23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2200" lIns="72200" spcFirstLastPara="1" rIns="72200" wrap="square" tIns="72200">
                <a:noAutofit/>
              </a:bodyPr>
              <a:lstStyle/>
              <a:p>
                <a:pPr indent="0" lvl="0" marL="0" marR="0" rtl="0" algn="l">
                  <a:lnSpc>
                    <a:spcPct val="11797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90"/>
                  <a:buFont typeface="Malgun Gothic"/>
                  <a:buNone/>
                </a:pPr>
                <a:r>
                  <a:rPr b="1" i="0" lang="en-US" sz="790" u="none" cap="none" strike="noStrike">
                    <a:solidFill>
                      <a:srgbClr val="141413"/>
                    </a:solidFill>
                    <a:highlight>
                      <a:srgbClr val="F6F9FF"/>
                    </a:highlight>
                    <a:latin typeface="Malgun Gothic"/>
                    <a:ea typeface="Malgun Gothic"/>
                    <a:cs typeface="Malgun Gothic"/>
                    <a:sym typeface="Malgun Gothic"/>
                  </a:rPr>
                  <a:t>sec</a:t>
                </a:r>
                <a:endParaRPr b="1" i="0" sz="790" u="none" cap="none" strike="noStrike">
                  <a:solidFill>
                    <a:srgbClr val="141413"/>
                  </a:solidFill>
                  <a:highlight>
                    <a:srgbClr val="F6F9FF"/>
                  </a:highlight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20" name="Google Shape;620;h698aa550adcc4187_1_13"/>
              <p:cNvSpPr txBox="1"/>
              <p:nvPr/>
            </p:nvSpPr>
            <p:spPr>
              <a:xfrm>
                <a:off x="1599446" y="2513925"/>
                <a:ext cx="828000" cy="23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2200" lIns="72200" spcFirstLastPara="1" rIns="72200" wrap="square" tIns="72200">
                <a:noAutofit/>
              </a:bodyPr>
              <a:lstStyle/>
              <a:p>
                <a:pPr indent="0" lvl="0" marL="0" marR="0" rtl="0" algn="l">
                  <a:lnSpc>
                    <a:spcPct val="11797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90"/>
                  <a:buFont typeface="Malgun Gothic"/>
                  <a:buNone/>
                </a:pPr>
                <a:r>
                  <a:rPr b="1" i="0" lang="en-US" sz="790" u="none" cap="none" strike="noStrike">
                    <a:solidFill>
                      <a:srgbClr val="141413"/>
                    </a:solidFill>
                    <a:highlight>
                      <a:srgbClr val="F6F9FF"/>
                    </a:highlight>
                    <a:latin typeface="Malgun Gothic"/>
                    <a:ea typeface="Malgun Gothic"/>
                    <a:cs typeface="Malgun Gothic"/>
                    <a:sym typeface="Malgun Gothic"/>
                  </a:rPr>
                  <a:t>min</a:t>
                </a:r>
                <a:endParaRPr b="1" i="0" sz="790" u="none" cap="none" strike="noStrike">
                  <a:solidFill>
                    <a:srgbClr val="141413"/>
                  </a:solidFill>
                  <a:highlight>
                    <a:srgbClr val="F6F9FF"/>
                  </a:highlight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21" name="Google Shape;621;h698aa550adcc4187_1_13"/>
              <p:cNvSpPr txBox="1"/>
              <p:nvPr/>
            </p:nvSpPr>
            <p:spPr>
              <a:xfrm>
                <a:off x="1599446" y="2661900"/>
                <a:ext cx="828000" cy="23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2200" lIns="72200" spcFirstLastPara="1" rIns="72200" wrap="square" tIns="72200">
                <a:noAutofit/>
              </a:bodyPr>
              <a:lstStyle/>
              <a:p>
                <a:pPr indent="0" lvl="0" marL="0" marR="0" rtl="0" algn="l">
                  <a:lnSpc>
                    <a:spcPct val="11797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90"/>
                  <a:buFont typeface="Malgun Gothic"/>
                  <a:buNone/>
                </a:pPr>
                <a:r>
                  <a:rPr b="1" i="0" lang="en-US" sz="790" u="none" cap="none" strike="noStrike">
                    <a:solidFill>
                      <a:srgbClr val="141413"/>
                    </a:solidFill>
                    <a:highlight>
                      <a:srgbClr val="F6F9FF"/>
                    </a:highlight>
                    <a:latin typeface="Malgun Gothic"/>
                    <a:ea typeface="Malgun Gothic"/>
                    <a:cs typeface="Malgun Gothic"/>
                    <a:sym typeface="Malgun Gothic"/>
                  </a:rPr>
                  <a:t>hour</a:t>
                </a:r>
                <a:endParaRPr b="1" i="0" sz="790" u="none" cap="none" strike="noStrike">
                  <a:solidFill>
                    <a:srgbClr val="141413"/>
                  </a:solidFill>
                  <a:highlight>
                    <a:srgbClr val="F6F9FF"/>
                  </a:highlight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22" name="Google Shape;622;h698aa550adcc4187_1_13"/>
              <p:cNvSpPr txBox="1"/>
              <p:nvPr/>
            </p:nvSpPr>
            <p:spPr>
              <a:xfrm>
                <a:off x="3241500" y="2200313"/>
                <a:ext cx="664500" cy="305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2200" lIns="72200" spcFirstLastPara="1" rIns="72200" wrap="square" tIns="72200">
                <a:noAutofit/>
              </a:bodyPr>
              <a:lstStyle/>
              <a:p>
                <a:pPr indent="0" lvl="0" marL="0" marR="0" rtl="0" algn="l">
                  <a:lnSpc>
                    <a:spcPct val="11803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4"/>
                  <a:buFont typeface="Malgun Gothic"/>
                  <a:buNone/>
                </a:pPr>
                <a:r>
                  <a:rPr b="1" i="0" lang="en-US" sz="1464" u="none" cap="none" strike="noStrike">
                    <a:solidFill>
                      <a:srgbClr val="141413"/>
                    </a:solidFill>
                    <a:highlight>
                      <a:srgbClr val="F6F9FF"/>
                    </a:highlight>
                    <a:latin typeface="Malgun Gothic"/>
                    <a:ea typeface="Malgun Gothic"/>
                    <a:cs typeface="Malgun Gothic"/>
                    <a:sym typeface="Malgun Gothic"/>
                  </a:rPr>
                  <a:t>2</a:t>
                </a:r>
                <a:endParaRPr b="1" i="0" sz="1464" u="none" cap="none" strike="noStrike">
                  <a:solidFill>
                    <a:srgbClr val="141413"/>
                  </a:solidFill>
                  <a:highlight>
                    <a:srgbClr val="F6F9FF"/>
                  </a:highlight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23" name="Google Shape;623;h698aa550adcc4187_1_13"/>
              <p:cNvSpPr txBox="1"/>
              <p:nvPr/>
            </p:nvSpPr>
            <p:spPr>
              <a:xfrm>
                <a:off x="5944750" y="2200313"/>
                <a:ext cx="664500" cy="305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2200" lIns="72200" spcFirstLastPara="1" rIns="72200" wrap="square" tIns="72200">
                <a:noAutofit/>
              </a:bodyPr>
              <a:lstStyle/>
              <a:p>
                <a:pPr indent="0" lvl="0" marL="0" marR="0" rtl="0" algn="l">
                  <a:lnSpc>
                    <a:spcPct val="11803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4"/>
                  <a:buFont typeface="Malgun Gothic"/>
                  <a:buNone/>
                </a:pPr>
                <a:r>
                  <a:rPr b="1" i="0" lang="en-US" sz="1464" u="none" cap="none" strike="noStrike">
                    <a:solidFill>
                      <a:srgbClr val="141413"/>
                    </a:solidFill>
                    <a:highlight>
                      <a:srgbClr val="F6F9FF"/>
                    </a:highlight>
                    <a:latin typeface="Malgun Gothic"/>
                    <a:ea typeface="Malgun Gothic"/>
                    <a:cs typeface="Malgun Gothic"/>
                    <a:sym typeface="Malgun Gothic"/>
                  </a:rPr>
                  <a:t>3</a:t>
                </a:r>
                <a:endParaRPr b="1" i="0" sz="1464" u="none" cap="none" strike="noStrike">
                  <a:solidFill>
                    <a:srgbClr val="141413"/>
                  </a:solidFill>
                  <a:highlight>
                    <a:srgbClr val="F6F9FF"/>
                  </a:highlight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24" name="Google Shape;624;h698aa550adcc4187_1_13"/>
              <p:cNvSpPr txBox="1"/>
              <p:nvPr/>
            </p:nvSpPr>
            <p:spPr>
              <a:xfrm>
                <a:off x="8947750" y="2253413"/>
                <a:ext cx="664500" cy="305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2200" lIns="72200" spcFirstLastPara="1" rIns="72200" wrap="square" tIns="72200">
                <a:noAutofit/>
              </a:bodyPr>
              <a:lstStyle/>
              <a:p>
                <a:pPr indent="0" lvl="0" marL="0" marR="0" rtl="0" algn="l">
                  <a:lnSpc>
                    <a:spcPct val="11803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4"/>
                  <a:buFont typeface="Malgun Gothic"/>
                  <a:buNone/>
                </a:pPr>
                <a:r>
                  <a:rPr b="1" i="0" lang="en-US" sz="1464" u="none" cap="none" strike="noStrike">
                    <a:solidFill>
                      <a:srgbClr val="141413"/>
                    </a:solidFill>
                    <a:highlight>
                      <a:srgbClr val="F6F9FF"/>
                    </a:highlight>
                    <a:latin typeface="Malgun Gothic"/>
                    <a:ea typeface="Malgun Gothic"/>
                    <a:cs typeface="Malgun Gothic"/>
                    <a:sym typeface="Malgun Gothic"/>
                  </a:rPr>
                  <a:t>2</a:t>
                </a:r>
                <a:endParaRPr b="1" i="0" sz="1464" u="none" cap="none" strike="noStrike">
                  <a:solidFill>
                    <a:srgbClr val="141413"/>
                  </a:solidFill>
                  <a:highlight>
                    <a:srgbClr val="F6F9FF"/>
                  </a:highlight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25" name="Google Shape;625;h698aa550adcc4187_1_13"/>
              <p:cNvSpPr txBox="1"/>
              <p:nvPr/>
            </p:nvSpPr>
            <p:spPr>
              <a:xfrm>
                <a:off x="2976925" y="2735163"/>
                <a:ext cx="664500" cy="2733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2200" lIns="72200" spcFirstLastPara="1" rIns="72200" wrap="square" tIns="72200">
                <a:noAutofit/>
              </a:bodyPr>
              <a:lstStyle/>
              <a:p>
                <a:pPr indent="0" lvl="0" marL="0" marR="0" rtl="0" algn="l">
                  <a:lnSpc>
                    <a:spcPct val="11803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64"/>
                  <a:buFont typeface="Malgun Gothic"/>
                  <a:buNone/>
                </a:pPr>
                <a:r>
                  <a:rPr b="1" i="0" lang="en-US" sz="1264" u="none" cap="none" strike="noStrike">
                    <a:solidFill>
                      <a:srgbClr val="141413"/>
                    </a:solidFill>
                    <a:highlight>
                      <a:srgbClr val="F6F9FF"/>
                    </a:highlight>
                    <a:latin typeface="Malgun Gothic"/>
                    <a:ea typeface="Malgun Gothic"/>
                    <a:cs typeface="Malgun Gothic"/>
                    <a:sym typeface="Malgun Gothic"/>
                  </a:rPr>
                  <a:t>0002</a:t>
                </a:r>
                <a:endParaRPr b="1" i="0" sz="1264" u="none" cap="none" strike="noStrike">
                  <a:solidFill>
                    <a:srgbClr val="141413"/>
                  </a:solidFill>
                  <a:highlight>
                    <a:srgbClr val="F6F9FF"/>
                  </a:highlight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26" name="Google Shape;626;h698aa550adcc4187_1_13"/>
              <p:cNvSpPr txBox="1"/>
              <p:nvPr/>
            </p:nvSpPr>
            <p:spPr>
              <a:xfrm>
                <a:off x="3976875" y="2735163"/>
                <a:ext cx="759300" cy="2733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2200" lIns="72200" spcFirstLastPara="1" rIns="72200" wrap="square" tIns="72200">
                <a:noAutofit/>
              </a:bodyPr>
              <a:lstStyle/>
              <a:p>
                <a:pPr indent="0" lvl="0" marL="0" marR="0" rtl="0" algn="l">
                  <a:lnSpc>
                    <a:spcPct val="11803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64"/>
                  <a:buFont typeface="Malgun Gothic"/>
                  <a:buNone/>
                </a:pPr>
                <a:r>
                  <a:rPr b="1" i="0" lang="en-US" sz="1264" u="none" cap="none" strike="noStrike">
                    <a:solidFill>
                      <a:srgbClr val="141413"/>
                    </a:solidFill>
                    <a:highlight>
                      <a:srgbClr val="F6F9FF"/>
                    </a:highlight>
                    <a:latin typeface="Malgun Gothic"/>
                    <a:ea typeface="Malgun Gothic"/>
                    <a:cs typeface="Malgun Gothic"/>
                    <a:sym typeface="Malgun Gothic"/>
                  </a:rPr>
                  <a:t>00.00</a:t>
                </a:r>
                <a:endParaRPr b="1" i="0" sz="1264" u="none" cap="none" strike="noStrike">
                  <a:solidFill>
                    <a:srgbClr val="141413"/>
                  </a:solidFill>
                  <a:highlight>
                    <a:srgbClr val="F6F9FF"/>
                  </a:highlight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27" name="Google Shape;627;h698aa550adcc4187_1_13"/>
              <p:cNvSpPr txBox="1"/>
              <p:nvPr/>
            </p:nvSpPr>
            <p:spPr>
              <a:xfrm>
                <a:off x="5685225" y="2735163"/>
                <a:ext cx="759300" cy="2733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2200" lIns="72200" spcFirstLastPara="1" rIns="72200" wrap="square" tIns="72200">
                <a:noAutofit/>
              </a:bodyPr>
              <a:lstStyle/>
              <a:p>
                <a:pPr indent="0" lvl="0" marL="0" marR="0" rtl="0" algn="l">
                  <a:lnSpc>
                    <a:spcPct val="11803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64"/>
                  <a:buFont typeface="Malgun Gothic"/>
                  <a:buNone/>
                </a:pPr>
                <a:r>
                  <a:rPr b="1" i="0" lang="en-US" sz="1264" u="none" cap="none" strike="noStrike">
                    <a:solidFill>
                      <a:srgbClr val="141413"/>
                    </a:solidFill>
                    <a:highlight>
                      <a:srgbClr val="F6F9FF"/>
                    </a:highlight>
                    <a:latin typeface="Malgun Gothic"/>
                    <a:ea typeface="Malgun Gothic"/>
                    <a:cs typeface="Malgun Gothic"/>
                    <a:sym typeface="Malgun Gothic"/>
                  </a:rPr>
                  <a:t>00.00</a:t>
                </a:r>
                <a:endParaRPr b="1" i="0" sz="1264" u="none" cap="none" strike="noStrike">
                  <a:solidFill>
                    <a:srgbClr val="141413"/>
                  </a:solidFill>
                  <a:highlight>
                    <a:srgbClr val="F6F9FF"/>
                  </a:highlight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28" name="Google Shape;628;h698aa550adcc4187_1_13"/>
              <p:cNvSpPr txBox="1"/>
              <p:nvPr/>
            </p:nvSpPr>
            <p:spPr>
              <a:xfrm>
                <a:off x="7358075" y="2735163"/>
                <a:ext cx="759300" cy="2733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2200" lIns="72200" spcFirstLastPara="1" rIns="72200" wrap="square" tIns="72200">
                <a:noAutofit/>
              </a:bodyPr>
              <a:lstStyle/>
              <a:p>
                <a:pPr indent="0" lvl="0" marL="0" marR="0" rtl="0" algn="l">
                  <a:lnSpc>
                    <a:spcPct val="11803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64"/>
                  <a:buFont typeface="Malgun Gothic"/>
                  <a:buNone/>
                </a:pPr>
                <a:r>
                  <a:rPr b="1" i="0" lang="en-US" sz="1264" u="none" cap="none" strike="noStrike">
                    <a:solidFill>
                      <a:srgbClr val="141413"/>
                    </a:solidFill>
                    <a:highlight>
                      <a:srgbClr val="F6F9FF"/>
                    </a:highlight>
                    <a:latin typeface="Malgun Gothic"/>
                    <a:ea typeface="Malgun Gothic"/>
                    <a:cs typeface="Malgun Gothic"/>
                    <a:sym typeface="Malgun Gothic"/>
                  </a:rPr>
                  <a:t>00.00</a:t>
                </a:r>
                <a:endParaRPr b="1" i="0" sz="1264" u="none" cap="none" strike="noStrike">
                  <a:solidFill>
                    <a:srgbClr val="141413"/>
                  </a:solidFill>
                  <a:highlight>
                    <a:srgbClr val="F6F9FF"/>
                  </a:highlight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29" name="Google Shape;629;h698aa550adcc4187_1_13"/>
              <p:cNvSpPr txBox="1"/>
              <p:nvPr/>
            </p:nvSpPr>
            <p:spPr>
              <a:xfrm>
                <a:off x="4833175" y="2735163"/>
                <a:ext cx="664500" cy="2733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2200" lIns="72200" spcFirstLastPara="1" rIns="72200" wrap="square" tIns="72200">
                <a:noAutofit/>
              </a:bodyPr>
              <a:lstStyle/>
              <a:p>
                <a:pPr indent="0" lvl="0" marL="0" marR="0" rtl="0" algn="l">
                  <a:lnSpc>
                    <a:spcPct val="11803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64"/>
                  <a:buFont typeface="Malgun Gothic"/>
                  <a:buNone/>
                </a:pPr>
                <a:r>
                  <a:rPr b="1" i="0" lang="en-US" sz="1264" u="none" cap="none" strike="noStrike">
                    <a:solidFill>
                      <a:srgbClr val="141413"/>
                    </a:solidFill>
                    <a:highlight>
                      <a:srgbClr val="F6F9FF"/>
                    </a:highlight>
                    <a:latin typeface="Malgun Gothic"/>
                    <a:ea typeface="Malgun Gothic"/>
                    <a:cs typeface="Malgun Gothic"/>
                    <a:sym typeface="Malgun Gothic"/>
                  </a:rPr>
                  <a:t>0002</a:t>
                </a:r>
                <a:endParaRPr b="1" i="0" sz="1264" u="none" cap="none" strike="noStrike">
                  <a:solidFill>
                    <a:srgbClr val="141413"/>
                  </a:solidFill>
                  <a:highlight>
                    <a:srgbClr val="F6F9FF"/>
                  </a:highlight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30" name="Google Shape;630;h698aa550adcc4187_1_13"/>
              <p:cNvSpPr txBox="1"/>
              <p:nvPr/>
            </p:nvSpPr>
            <p:spPr>
              <a:xfrm>
                <a:off x="6488275" y="2735163"/>
                <a:ext cx="664500" cy="2733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2200" lIns="72200" spcFirstLastPara="1" rIns="72200" wrap="square" tIns="72200">
                <a:noAutofit/>
              </a:bodyPr>
              <a:lstStyle/>
              <a:p>
                <a:pPr indent="0" lvl="0" marL="0" marR="0" rtl="0" algn="l">
                  <a:lnSpc>
                    <a:spcPct val="11803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64"/>
                  <a:buFont typeface="Malgun Gothic"/>
                  <a:buNone/>
                </a:pPr>
                <a:r>
                  <a:rPr b="1" i="0" lang="en-US" sz="1264" u="none" cap="none" strike="noStrike">
                    <a:solidFill>
                      <a:srgbClr val="141413"/>
                    </a:solidFill>
                    <a:highlight>
                      <a:srgbClr val="F6F9FF"/>
                    </a:highlight>
                    <a:latin typeface="Malgun Gothic"/>
                    <a:ea typeface="Malgun Gothic"/>
                    <a:cs typeface="Malgun Gothic"/>
                    <a:sym typeface="Malgun Gothic"/>
                  </a:rPr>
                  <a:t>0002</a:t>
                </a:r>
                <a:endParaRPr b="1" i="0" sz="1264" u="none" cap="none" strike="noStrike">
                  <a:solidFill>
                    <a:srgbClr val="141413"/>
                  </a:solidFill>
                  <a:highlight>
                    <a:srgbClr val="F6F9FF"/>
                  </a:highlight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31" name="Google Shape;631;h698aa550adcc4187_1_13"/>
              <p:cNvSpPr txBox="1"/>
              <p:nvPr/>
            </p:nvSpPr>
            <p:spPr>
              <a:xfrm>
                <a:off x="8322675" y="2735163"/>
                <a:ext cx="664500" cy="2733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2200" lIns="72200" spcFirstLastPara="1" rIns="72200" wrap="square" tIns="72200">
                <a:noAutofit/>
              </a:bodyPr>
              <a:lstStyle/>
              <a:p>
                <a:pPr indent="0" lvl="0" marL="0" marR="0" rtl="0" algn="l">
                  <a:lnSpc>
                    <a:spcPct val="11803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64"/>
                  <a:buFont typeface="Malgun Gothic"/>
                  <a:buNone/>
                </a:pPr>
                <a:r>
                  <a:rPr b="1" i="0" lang="en-US" sz="1264" u="none" cap="none" strike="noStrike">
                    <a:solidFill>
                      <a:srgbClr val="141413"/>
                    </a:solidFill>
                    <a:highlight>
                      <a:srgbClr val="F6F9FF"/>
                    </a:highlight>
                    <a:latin typeface="Malgun Gothic"/>
                    <a:ea typeface="Malgun Gothic"/>
                    <a:cs typeface="Malgun Gothic"/>
                    <a:sym typeface="Malgun Gothic"/>
                  </a:rPr>
                  <a:t>0003</a:t>
                </a:r>
                <a:endParaRPr b="1" i="0" sz="1264" u="none" cap="none" strike="noStrike">
                  <a:solidFill>
                    <a:srgbClr val="141413"/>
                  </a:solidFill>
                  <a:highlight>
                    <a:srgbClr val="F6F9FF"/>
                  </a:highlight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32" name="Google Shape;632;h698aa550adcc4187_1_13"/>
              <p:cNvSpPr txBox="1"/>
              <p:nvPr/>
            </p:nvSpPr>
            <p:spPr>
              <a:xfrm>
                <a:off x="1599446" y="3040750"/>
                <a:ext cx="828000" cy="23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2200" lIns="72200" spcFirstLastPara="1" rIns="72200" wrap="square" tIns="72200">
                <a:noAutofit/>
              </a:bodyPr>
              <a:lstStyle/>
              <a:p>
                <a:pPr indent="0" lvl="0" marL="0" marR="0" rtl="0" algn="l">
                  <a:lnSpc>
                    <a:spcPct val="11797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90"/>
                  <a:buFont typeface="Malgun Gothic"/>
                  <a:buNone/>
                </a:pPr>
                <a:r>
                  <a:rPr b="1" i="0" lang="en-US" sz="790" u="none" cap="none" strike="noStrike">
                    <a:solidFill>
                      <a:srgbClr val="141413"/>
                    </a:solidFill>
                    <a:highlight>
                      <a:srgbClr val="F6F9FF"/>
                    </a:highlight>
                    <a:latin typeface="Malgun Gothic"/>
                    <a:ea typeface="Malgun Gothic"/>
                    <a:cs typeface="Malgun Gothic"/>
                    <a:sym typeface="Malgun Gothic"/>
                  </a:rPr>
                  <a:t>btnR</a:t>
                </a:r>
                <a:endParaRPr b="1" i="0" sz="790" u="none" cap="none" strike="noStrike">
                  <a:solidFill>
                    <a:srgbClr val="141413"/>
                  </a:solidFill>
                  <a:highlight>
                    <a:srgbClr val="F6F9FF"/>
                  </a:highlight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33" name="Google Shape;633;h698aa550adcc4187_1_13"/>
              <p:cNvSpPr txBox="1"/>
              <p:nvPr/>
            </p:nvSpPr>
            <p:spPr>
              <a:xfrm>
                <a:off x="1592073" y="3419600"/>
                <a:ext cx="828000" cy="23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2200" lIns="72200" spcFirstLastPara="1" rIns="72200" wrap="square" tIns="72200">
                <a:noAutofit/>
              </a:bodyPr>
              <a:lstStyle/>
              <a:p>
                <a:pPr indent="0" lvl="0" marL="0" marR="0" rtl="0" algn="l">
                  <a:lnSpc>
                    <a:spcPct val="11797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90"/>
                  <a:buFont typeface="Malgun Gothic"/>
                  <a:buNone/>
                </a:pPr>
                <a:r>
                  <a:rPr b="1" i="0" lang="en-US" sz="790" u="none" cap="none" strike="noStrike">
                    <a:solidFill>
                      <a:srgbClr val="141413"/>
                    </a:solidFill>
                    <a:highlight>
                      <a:srgbClr val="F6F9FF"/>
                    </a:highlight>
                    <a:latin typeface="Malgun Gothic"/>
                    <a:ea typeface="Malgun Gothic"/>
                    <a:cs typeface="Malgun Gothic"/>
                    <a:sym typeface="Malgun Gothic"/>
                  </a:rPr>
                  <a:t>btnU</a:t>
                </a:r>
                <a:endParaRPr b="1" i="0" sz="790" u="none" cap="none" strike="noStrike">
                  <a:solidFill>
                    <a:srgbClr val="141413"/>
                  </a:solidFill>
                  <a:highlight>
                    <a:srgbClr val="F6F9FF"/>
                  </a:highlight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34" name="Google Shape;634;h698aa550adcc4187_1_13"/>
              <p:cNvSpPr txBox="1"/>
              <p:nvPr/>
            </p:nvSpPr>
            <p:spPr>
              <a:xfrm>
                <a:off x="1599446" y="2105500"/>
                <a:ext cx="828000" cy="23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2200" lIns="72200" spcFirstLastPara="1" rIns="72200" wrap="square" tIns="72200">
                <a:noAutofit/>
              </a:bodyPr>
              <a:lstStyle/>
              <a:p>
                <a:pPr indent="0" lvl="0" marL="0" marR="0" rtl="0" algn="l">
                  <a:lnSpc>
                    <a:spcPct val="11797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90"/>
                  <a:buFont typeface="Malgun Gothic"/>
                  <a:buNone/>
                </a:pPr>
                <a:r>
                  <a:rPr b="1" i="0" lang="en-US" sz="790" u="none" cap="none" strike="noStrike">
                    <a:solidFill>
                      <a:srgbClr val="141413"/>
                    </a:solidFill>
                    <a:highlight>
                      <a:srgbClr val="F6F9FF"/>
                    </a:highlight>
                    <a:latin typeface="Malgun Gothic"/>
                    <a:ea typeface="Malgun Gothic"/>
                    <a:cs typeface="Malgun Gothic"/>
                    <a:sym typeface="Malgun Gothic"/>
                  </a:rPr>
                  <a:t>Tick</a:t>
                </a:r>
                <a:endParaRPr b="1" i="0" sz="790" u="none" cap="none" strike="noStrike">
                  <a:solidFill>
                    <a:srgbClr val="141413"/>
                  </a:solidFill>
                  <a:highlight>
                    <a:srgbClr val="F6F9FF"/>
                  </a:highlight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635" name="Google Shape;635;h698aa550adcc4187_1_13"/>
            <p:cNvSpPr txBox="1"/>
            <p:nvPr/>
          </p:nvSpPr>
          <p:spPr>
            <a:xfrm>
              <a:off x="1331063" y="2242075"/>
              <a:ext cx="8280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200" lIns="72200" spcFirstLastPara="1" rIns="72200" wrap="square" tIns="72200">
              <a:noAutofit/>
            </a:bodyPr>
            <a:lstStyle/>
            <a:p>
              <a:pPr indent="0" lvl="0" marL="0" marR="0" rtl="0" algn="l">
                <a:lnSpc>
                  <a:spcPct val="11795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68"/>
                <a:buFont typeface="Malgun Gothic"/>
                <a:buNone/>
              </a:pPr>
              <a:r>
                <a:rPr b="1" i="0" lang="en-US" sz="869" u="none" cap="none" strike="noStrike">
                  <a:solidFill>
                    <a:srgbClr val="141413"/>
                  </a:solidFill>
                  <a:highlight>
                    <a:srgbClr val="F6F9FF"/>
                  </a:highlight>
                  <a:latin typeface="Malgun Gothic"/>
                  <a:ea typeface="Malgun Gothic"/>
                  <a:cs typeface="Malgun Gothic"/>
                  <a:sym typeface="Malgun Gothic"/>
                </a:rPr>
                <a:t>fnd_font</a:t>
              </a:r>
              <a:endParaRPr b="1" i="0" sz="869" u="none" cap="none" strike="noStrike">
                <a:solidFill>
                  <a:srgbClr val="141413"/>
                </a:solidFill>
                <a:highlight>
                  <a:srgbClr val="F6F9FF"/>
                </a:highlight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36" name="Google Shape;636;h698aa550adcc4187_1_13"/>
          <p:cNvGrpSpPr/>
          <p:nvPr/>
        </p:nvGrpSpPr>
        <p:grpSpPr>
          <a:xfrm>
            <a:off x="1029251" y="3928646"/>
            <a:ext cx="6332141" cy="2082631"/>
            <a:chOff x="442863" y="958725"/>
            <a:chExt cx="11502526" cy="3783162"/>
          </a:xfrm>
        </p:grpSpPr>
        <p:pic>
          <p:nvPicPr>
            <p:cNvPr id="637" name="Google Shape;637;h698aa550adcc4187_1_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42863" y="958725"/>
              <a:ext cx="11502526" cy="37831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8" name="Google Shape;638;h698aa550adcc4187_1_13"/>
            <p:cNvSpPr txBox="1"/>
            <p:nvPr/>
          </p:nvSpPr>
          <p:spPr>
            <a:xfrm>
              <a:off x="4476626" y="1663183"/>
              <a:ext cx="664500" cy="5306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325" lIns="50325" spcFirstLastPara="1" rIns="50325" wrap="square" tIns="50325">
              <a:noAutofit/>
            </a:bodyPr>
            <a:lstStyle/>
            <a:p>
              <a:pPr indent="0" lvl="0" marL="0" marR="0" rtl="0" algn="l">
                <a:lnSpc>
                  <a:spcPct val="11798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45"/>
                <a:buFont typeface="Malgun Gothic"/>
                <a:buNone/>
              </a:pPr>
              <a:r>
                <a:rPr b="1" i="0" lang="en-US" sz="1746" u="none" cap="none" strike="noStrike">
                  <a:solidFill>
                    <a:srgbClr val="141413"/>
                  </a:solidFill>
                  <a:highlight>
                    <a:srgbClr val="F6F9FF"/>
                  </a:highlight>
                  <a:latin typeface="Malgun Gothic"/>
                  <a:ea typeface="Malgun Gothic"/>
                  <a:cs typeface="Malgun Gothic"/>
                  <a:sym typeface="Malgun Gothic"/>
                </a:rPr>
                <a:t>3</a:t>
              </a:r>
              <a:endParaRPr b="1" i="0" sz="1746" u="none" cap="none" strike="noStrike">
                <a:solidFill>
                  <a:srgbClr val="141413"/>
                </a:solidFill>
                <a:highlight>
                  <a:srgbClr val="F6F9FF"/>
                </a:highlight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39" name="Google Shape;639;h698aa550adcc4187_1_13"/>
            <p:cNvSpPr txBox="1"/>
            <p:nvPr/>
          </p:nvSpPr>
          <p:spPr>
            <a:xfrm>
              <a:off x="9070743" y="1689717"/>
              <a:ext cx="664500" cy="530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325" lIns="50325" spcFirstLastPara="1" rIns="50325" wrap="square" tIns="50325">
              <a:noAutofit/>
            </a:bodyPr>
            <a:lstStyle/>
            <a:p>
              <a:pPr indent="0" lvl="0" marL="0" marR="0" rtl="0" algn="l">
                <a:lnSpc>
                  <a:spcPct val="11798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45"/>
                <a:buFont typeface="Malgun Gothic"/>
                <a:buNone/>
              </a:pPr>
              <a:r>
                <a:rPr b="1" i="0" lang="en-US" sz="1746" u="none" cap="none" strike="noStrike">
                  <a:solidFill>
                    <a:srgbClr val="141413"/>
                  </a:solidFill>
                  <a:highlight>
                    <a:srgbClr val="F6F9FF"/>
                  </a:highlight>
                  <a:latin typeface="Malgun Gothic"/>
                  <a:ea typeface="Malgun Gothic"/>
                  <a:cs typeface="Malgun Gothic"/>
                  <a:sym typeface="Malgun Gothic"/>
                </a:rPr>
                <a:t>6</a:t>
              </a:r>
              <a:endParaRPr b="1" i="0" sz="1746" u="none" cap="none" strike="noStrike">
                <a:solidFill>
                  <a:srgbClr val="141413"/>
                </a:solidFill>
                <a:highlight>
                  <a:srgbClr val="F6F9FF"/>
                </a:highlight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40" name="Google Shape;640;h698aa550adcc4187_1_13"/>
            <p:cNvSpPr txBox="1"/>
            <p:nvPr/>
          </p:nvSpPr>
          <p:spPr>
            <a:xfrm>
              <a:off x="2524195" y="2659549"/>
              <a:ext cx="732000" cy="43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325" lIns="50325" spcFirstLastPara="1" rIns="50325" wrap="square" tIns="50325">
              <a:noAutofit/>
            </a:bodyPr>
            <a:lstStyle/>
            <a:p>
              <a:pPr indent="0" lvl="0" marL="0" marR="0" rtl="0" algn="l">
                <a:lnSpc>
                  <a:spcPct val="11804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81"/>
                <a:buFont typeface="Malgun Gothic"/>
                <a:buNone/>
              </a:pPr>
              <a:r>
                <a:rPr b="1" i="0" lang="en-US" sz="981" u="none" cap="none" strike="noStrike">
                  <a:solidFill>
                    <a:srgbClr val="141413"/>
                  </a:solidFill>
                  <a:highlight>
                    <a:srgbClr val="F6F9FF"/>
                  </a:highlight>
                  <a:latin typeface="Malgun Gothic"/>
                  <a:ea typeface="Malgun Gothic"/>
                  <a:cs typeface="Malgun Gothic"/>
                  <a:sym typeface="Malgun Gothic"/>
                </a:rPr>
                <a:t>0003</a:t>
              </a:r>
              <a:endParaRPr b="1" i="0" sz="981" u="none" cap="none" strike="noStrike">
                <a:solidFill>
                  <a:srgbClr val="141413"/>
                </a:solidFill>
                <a:highlight>
                  <a:srgbClr val="F6F9FF"/>
                </a:highlight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41" name="Google Shape;641;h698aa550adcc4187_1_13"/>
            <p:cNvSpPr txBox="1"/>
            <p:nvPr/>
          </p:nvSpPr>
          <p:spPr>
            <a:xfrm>
              <a:off x="3290322" y="2659549"/>
              <a:ext cx="836700" cy="43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325" lIns="50325" spcFirstLastPara="1" rIns="50325" wrap="square" tIns="50325">
              <a:noAutofit/>
            </a:bodyPr>
            <a:lstStyle/>
            <a:p>
              <a:pPr indent="0" lvl="0" marL="0" marR="0" rtl="0" algn="l">
                <a:lnSpc>
                  <a:spcPct val="11804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81"/>
                <a:buFont typeface="Malgun Gothic"/>
                <a:buNone/>
              </a:pPr>
              <a:r>
                <a:rPr b="1" i="0" lang="en-US" sz="981" u="none" cap="none" strike="noStrike">
                  <a:solidFill>
                    <a:srgbClr val="141413"/>
                  </a:solidFill>
                  <a:highlight>
                    <a:srgbClr val="F6F9FF"/>
                  </a:highlight>
                  <a:latin typeface="Malgun Gothic"/>
                  <a:ea typeface="Malgun Gothic"/>
                  <a:cs typeface="Malgun Gothic"/>
                  <a:sym typeface="Malgun Gothic"/>
                </a:rPr>
                <a:t>00.00</a:t>
              </a:r>
              <a:endParaRPr b="1" i="0" sz="981" u="none" cap="none" strike="noStrike">
                <a:solidFill>
                  <a:srgbClr val="141413"/>
                </a:solidFill>
                <a:highlight>
                  <a:srgbClr val="F6F9FF"/>
                </a:highlight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42" name="Google Shape;642;h698aa550adcc4187_1_13"/>
            <p:cNvSpPr txBox="1"/>
            <p:nvPr/>
          </p:nvSpPr>
          <p:spPr>
            <a:xfrm>
              <a:off x="4920316" y="2659549"/>
              <a:ext cx="836700" cy="43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325" lIns="50325" spcFirstLastPara="1" rIns="50325" wrap="square" tIns="50325">
              <a:noAutofit/>
            </a:bodyPr>
            <a:lstStyle/>
            <a:p>
              <a:pPr indent="0" lvl="0" marL="0" marR="0" rtl="0" algn="l">
                <a:lnSpc>
                  <a:spcPct val="11804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81"/>
                <a:buFont typeface="Malgun Gothic"/>
                <a:buNone/>
              </a:pPr>
              <a:r>
                <a:rPr b="1" i="0" lang="en-US" sz="981" u="none" cap="none" strike="noStrike">
                  <a:solidFill>
                    <a:srgbClr val="141413"/>
                  </a:solidFill>
                  <a:highlight>
                    <a:srgbClr val="F6F9FF"/>
                  </a:highlight>
                  <a:latin typeface="Malgun Gothic"/>
                  <a:ea typeface="Malgun Gothic"/>
                  <a:cs typeface="Malgun Gothic"/>
                  <a:sym typeface="Malgun Gothic"/>
                </a:rPr>
                <a:t>00.00</a:t>
              </a:r>
              <a:endParaRPr b="1" i="0" sz="981" u="none" cap="none" strike="noStrike">
                <a:solidFill>
                  <a:srgbClr val="141413"/>
                </a:solidFill>
                <a:highlight>
                  <a:srgbClr val="F6F9FF"/>
                </a:highlight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43" name="Google Shape;643;h698aa550adcc4187_1_13"/>
            <p:cNvSpPr txBox="1"/>
            <p:nvPr/>
          </p:nvSpPr>
          <p:spPr>
            <a:xfrm>
              <a:off x="6746346" y="2659504"/>
              <a:ext cx="836700" cy="43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325" lIns="50325" spcFirstLastPara="1" rIns="50325" wrap="square" tIns="50325">
              <a:noAutofit/>
            </a:bodyPr>
            <a:lstStyle/>
            <a:p>
              <a:pPr indent="0" lvl="0" marL="0" marR="0" rtl="0" algn="l">
                <a:lnSpc>
                  <a:spcPct val="11804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81"/>
                <a:buFont typeface="Malgun Gothic"/>
                <a:buNone/>
              </a:pPr>
              <a:r>
                <a:rPr b="1" i="0" lang="en-US" sz="981" u="none" cap="none" strike="noStrike">
                  <a:solidFill>
                    <a:srgbClr val="141413"/>
                  </a:solidFill>
                  <a:highlight>
                    <a:srgbClr val="F6F9FF"/>
                  </a:highlight>
                  <a:latin typeface="Malgun Gothic"/>
                  <a:ea typeface="Malgun Gothic"/>
                  <a:cs typeface="Malgun Gothic"/>
                  <a:sym typeface="Malgun Gothic"/>
                </a:rPr>
                <a:t>00.00</a:t>
              </a:r>
              <a:endParaRPr b="1" i="0" sz="981" u="none" cap="none" strike="noStrike">
                <a:solidFill>
                  <a:srgbClr val="141413"/>
                </a:solidFill>
                <a:highlight>
                  <a:srgbClr val="F6F9FF"/>
                </a:highlight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44" name="Google Shape;644;h698aa550adcc4187_1_13"/>
            <p:cNvSpPr txBox="1"/>
            <p:nvPr/>
          </p:nvSpPr>
          <p:spPr>
            <a:xfrm>
              <a:off x="4159963" y="2659549"/>
              <a:ext cx="732000" cy="43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325" lIns="50325" spcFirstLastPara="1" rIns="50325" wrap="square" tIns="50325">
              <a:noAutofit/>
            </a:bodyPr>
            <a:lstStyle/>
            <a:p>
              <a:pPr indent="0" lvl="0" marL="0" marR="0" rtl="0" algn="l">
                <a:lnSpc>
                  <a:spcPct val="11804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81"/>
                <a:buFont typeface="Malgun Gothic"/>
                <a:buNone/>
              </a:pPr>
              <a:r>
                <a:rPr b="1" i="0" lang="en-US" sz="981" u="none" cap="none" strike="noStrike">
                  <a:solidFill>
                    <a:srgbClr val="141413"/>
                  </a:solidFill>
                  <a:highlight>
                    <a:srgbClr val="F6F9FF"/>
                  </a:highlight>
                  <a:latin typeface="Malgun Gothic"/>
                  <a:ea typeface="Malgun Gothic"/>
                  <a:cs typeface="Malgun Gothic"/>
                  <a:sym typeface="Malgun Gothic"/>
                </a:rPr>
                <a:t>0003</a:t>
              </a:r>
              <a:endParaRPr b="1" i="0" sz="981" u="none" cap="none" strike="noStrike">
                <a:solidFill>
                  <a:srgbClr val="141413"/>
                </a:solidFill>
                <a:highlight>
                  <a:srgbClr val="F6F9FF"/>
                </a:highlight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45" name="Google Shape;645;h698aa550adcc4187_1_13"/>
            <p:cNvSpPr txBox="1"/>
            <p:nvPr/>
          </p:nvSpPr>
          <p:spPr>
            <a:xfrm>
              <a:off x="5717945" y="2659549"/>
              <a:ext cx="732000" cy="43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325" lIns="50325" spcFirstLastPara="1" rIns="50325" wrap="square" tIns="50325">
              <a:noAutofit/>
            </a:bodyPr>
            <a:lstStyle/>
            <a:p>
              <a:pPr indent="0" lvl="0" marL="0" marR="0" rtl="0" algn="l">
                <a:lnSpc>
                  <a:spcPct val="11804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81"/>
                <a:buFont typeface="Malgun Gothic"/>
                <a:buNone/>
              </a:pPr>
              <a:r>
                <a:rPr b="1" i="0" lang="en-US" sz="981" u="none" cap="none" strike="noStrike">
                  <a:solidFill>
                    <a:srgbClr val="141413"/>
                  </a:solidFill>
                  <a:highlight>
                    <a:srgbClr val="F6F9FF"/>
                  </a:highlight>
                  <a:latin typeface="Malgun Gothic"/>
                  <a:ea typeface="Malgun Gothic"/>
                  <a:cs typeface="Malgun Gothic"/>
                  <a:sym typeface="Malgun Gothic"/>
                </a:rPr>
                <a:t>0003</a:t>
              </a:r>
              <a:endParaRPr b="1" i="0" sz="981" u="none" cap="none" strike="noStrike">
                <a:solidFill>
                  <a:srgbClr val="141413"/>
                </a:solidFill>
                <a:highlight>
                  <a:srgbClr val="F6F9FF"/>
                </a:highlight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46" name="Google Shape;646;h698aa550adcc4187_1_13"/>
            <p:cNvSpPr txBox="1"/>
            <p:nvPr/>
          </p:nvSpPr>
          <p:spPr>
            <a:xfrm>
              <a:off x="7504938" y="2659549"/>
              <a:ext cx="732000" cy="43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325" lIns="50325" spcFirstLastPara="1" rIns="50325" wrap="square" tIns="50325">
              <a:noAutofit/>
            </a:bodyPr>
            <a:lstStyle/>
            <a:p>
              <a:pPr indent="0" lvl="0" marL="0" marR="0" rtl="0" algn="l">
                <a:lnSpc>
                  <a:spcPct val="11804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81"/>
                <a:buFont typeface="Malgun Gothic"/>
                <a:buNone/>
              </a:pPr>
              <a:r>
                <a:rPr b="1" i="0" lang="en-US" sz="981" u="none" cap="none" strike="noStrike">
                  <a:solidFill>
                    <a:srgbClr val="141413"/>
                  </a:solidFill>
                  <a:highlight>
                    <a:srgbClr val="F6F9FF"/>
                  </a:highlight>
                  <a:latin typeface="Malgun Gothic"/>
                  <a:ea typeface="Malgun Gothic"/>
                  <a:cs typeface="Malgun Gothic"/>
                  <a:sym typeface="Malgun Gothic"/>
                </a:rPr>
                <a:t>0006</a:t>
              </a:r>
              <a:endParaRPr b="1" i="0" sz="981" u="none" cap="none" strike="noStrike">
                <a:solidFill>
                  <a:srgbClr val="141413"/>
                </a:solidFill>
                <a:highlight>
                  <a:srgbClr val="F6F9FF"/>
                </a:highlight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47" name="Google Shape;647;h698aa550adcc4187_1_13"/>
            <p:cNvSpPr txBox="1"/>
            <p:nvPr/>
          </p:nvSpPr>
          <p:spPr>
            <a:xfrm>
              <a:off x="704525" y="3309600"/>
              <a:ext cx="7593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325" lIns="50325" spcFirstLastPara="1" rIns="50325" wrap="square" tIns="50325">
              <a:noAutofit/>
            </a:bodyPr>
            <a:lstStyle/>
            <a:p>
              <a:pPr indent="0" lvl="0" marL="0" marR="0" rtl="0" algn="l">
                <a:lnSpc>
                  <a:spcPct val="11798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6"/>
                <a:buFont typeface="Malgun Gothic"/>
                <a:buNone/>
              </a:pPr>
              <a:r>
                <a:rPr b="1" lang="en-US" sz="606">
                  <a:solidFill>
                    <a:srgbClr val="141413"/>
                  </a:solidFill>
                  <a:highlight>
                    <a:srgbClr val="F6F9FF"/>
                  </a:highlight>
                  <a:latin typeface="Malgun Gothic"/>
                  <a:ea typeface="Malgun Gothic"/>
                  <a:cs typeface="Malgun Gothic"/>
                  <a:sym typeface="Malgun Gothic"/>
                </a:rPr>
                <a:t>lap_cap_</a:t>
              </a:r>
              <a:endParaRPr b="1" i="0" sz="606" u="none" cap="none" strike="noStrike">
                <a:solidFill>
                  <a:srgbClr val="141413"/>
                </a:solidFill>
                <a:highlight>
                  <a:srgbClr val="F6F9FF"/>
                </a:highlight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48" name="Google Shape;648;h698aa550adcc4187_1_13"/>
            <p:cNvSpPr txBox="1"/>
            <p:nvPr/>
          </p:nvSpPr>
          <p:spPr>
            <a:xfrm>
              <a:off x="704525" y="4163325"/>
              <a:ext cx="9957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325" lIns="50325" spcFirstLastPara="1" rIns="50325" wrap="square" tIns="50325">
              <a:noAutofit/>
            </a:bodyPr>
            <a:lstStyle/>
            <a:p>
              <a:pPr indent="0" lvl="0" marL="0" marR="0" rtl="0" algn="l">
                <a:lnSpc>
                  <a:spcPct val="11798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6"/>
                <a:buFont typeface="Malgun Gothic"/>
                <a:buNone/>
              </a:pPr>
              <a:r>
                <a:rPr b="1" i="0" lang="en-US" sz="606" u="none" cap="none" strike="noStrike">
                  <a:solidFill>
                    <a:srgbClr val="141413"/>
                  </a:solidFill>
                  <a:highlight>
                    <a:srgbClr val="F6F9FF"/>
                  </a:highlight>
                  <a:latin typeface="Malgun Gothic"/>
                  <a:ea typeface="Malgun Gothic"/>
                  <a:cs typeface="Malgun Gothic"/>
                  <a:sym typeface="Malgun Gothic"/>
                </a:rPr>
                <a:t> lap_msec_</a:t>
              </a:r>
              <a:endParaRPr b="1" i="0" sz="606" u="none" cap="none" strike="noStrike">
                <a:solidFill>
                  <a:srgbClr val="141413"/>
                </a:solidFill>
                <a:highlight>
                  <a:srgbClr val="F6F9FF"/>
                </a:highlight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49" name="Google Shape;649;h698aa550adcc4187_1_13"/>
            <p:cNvSpPr txBox="1"/>
            <p:nvPr/>
          </p:nvSpPr>
          <p:spPr>
            <a:xfrm>
              <a:off x="8411658" y="2659504"/>
              <a:ext cx="836700" cy="43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325" lIns="50325" spcFirstLastPara="1" rIns="50325" wrap="square" tIns="50325">
              <a:noAutofit/>
            </a:bodyPr>
            <a:lstStyle/>
            <a:p>
              <a:pPr indent="0" lvl="0" marL="0" marR="0" rtl="0" algn="l">
                <a:lnSpc>
                  <a:spcPct val="11804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81"/>
                <a:buFont typeface="Malgun Gothic"/>
                <a:buNone/>
              </a:pPr>
              <a:r>
                <a:rPr b="1" i="0" lang="en-US" sz="981" u="none" cap="none" strike="noStrike">
                  <a:solidFill>
                    <a:srgbClr val="141413"/>
                  </a:solidFill>
                  <a:highlight>
                    <a:srgbClr val="F6F9FF"/>
                  </a:highlight>
                  <a:latin typeface="Malgun Gothic"/>
                  <a:ea typeface="Malgun Gothic"/>
                  <a:cs typeface="Malgun Gothic"/>
                  <a:sym typeface="Malgun Gothic"/>
                </a:rPr>
                <a:t>00.00</a:t>
              </a:r>
              <a:endParaRPr b="1" i="0" sz="981" u="none" cap="none" strike="noStrike">
                <a:solidFill>
                  <a:srgbClr val="141413"/>
                </a:solidFill>
                <a:highlight>
                  <a:srgbClr val="F6F9FF"/>
                </a:highlight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50" name="Google Shape;650;h698aa550adcc4187_1_13"/>
            <p:cNvSpPr txBox="1"/>
            <p:nvPr/>
          </p:nvSpPr>
          <p:spPr>
            <a:xfrm>
              <a:off x="9291957" y="2659504"/>
              <a:ext cx="732000" cy="43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325" lIns="50325" spcFirstLastPara="1" rIns="50325" wrap="square" tIns="50325">
              <a:noAutofit/>
            </a:bodyPr>
            <a:lstStyle/>
            <a:p>
              <a:pPr indent="0" lvl="0" marL="0" marR="0" rtl="0" algn="l">
                <a:lnSpc>
                  <a:spcPct val="11804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81"/>
                <a:buFont typeface="Malgun Gothic"/>
                <a:buNone/>
              </a:pPr>
              <a:r>
                <a:rPr b="1" i="0" lang="en-US" sz="981" u="none" cap="none" strike="noStrike">
                  <a:solidFill>
                    <a:srgbClr val="141413"/>
                  </a:solidFill>
                  <a:highlight>
                    <a:srgbClr val="F6F9FF"/>
                  </a:highlight>
                  <a:latin typeface="Malgun Gothic"/>
                  <a:ea typeface="Malgun Gothic"/>
                  <a:cs typeface="Malgun Gothic"/>
                  <a:sym typeface="Malgun Gothic"/>
                </a:rPr>
                <a:t>0006</a:t>
              </a:r>
              <a:endParaRPr b="1" i="0" sz="981" u="none" cap="none" strike="noStrike">
                <a:solidFill>
                  <a:srgbClr val="141413"/>
                </a:solidFill>
                <a:highlight>
                  <a:srgbClr val="F6F9FF"/>
                </a:highlight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51" name="Google Shape;651;h698aa550adcc4187_1_13"/>
            <p:cNvSpPr txBox="1"/>
            <p:nvPr/>
          </p:nvSpPr>
          <p:spPr>
            <a:xfrm>
              <a:off x="10169524" y="2659549"/>
              <a:ext cx="836700" cy="43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325" lIns="50325" spcFirstLastPara="1" rIns="50325" wrap="square" tIns="50325">
              <a:noAutofit/>
            </a:bodyPr>
            <a:lstStyle/>
            <a:p>
              <a:pPr indent="0" lvl="0" marL="0" marR="0" rtl="0" algn="l">
                <a:lnSpc>
                  <a:spcPct val="11804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81"/>
                <a:buFont typeface="Malgun Gothic"/>
                <a:buNone/>
              </a:pPr>
              <a:r>
                <a:rPr b="1" i="0" lang="en-US" sz="981" u="none" cap="none" strike="noStrike">
                  <a:solidFill>
                    <a:srgbClr val="141413"/>
                  </a:solidFill>
                  <a:highlight>
                    <a:srgbClr val="F6F9FF"/>
                  </a:highlight>
                  <a:latin typeface="Malgun Gothic"/>
                  <a:ea typeface="Malgun Gothic"/>
                  <a:cs typeface="Malgun Gothic"/>
                  <a:sym typeface="Malgun Gothic"/>
                </a:rPr>
                <a:t>00.00</a:t>
              </a:r>
              <a:endParaRPr b="1" i="0" sz="981" u="none" cap="none" strike="noStrike">
                <a:solidFill>
                  <a:srgbClr val="141413"/>
                </a:solidFill>
                <a:highlight>
                  <a:srgbClr val="F6F9FF"/>
                </a:highlight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52" name="Google Shape;652;h698aa550adcc4187_1_13"/>
            <p:cNvSpPr txBox="1"/>
            <p:nvPr/>
          </p:nvSpPr>
          <p:spPr>
            <a:xfrm>
              <a:off x="11151753" y="2659549"/>
              <a:ext cx="732000" cy="43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325" lIns="50325" spcFirstLastPara="1" rIns="50325" wrap="square" tIns="50325">
              <a:noAutofit/>
            </a:bodyPr>
            <a:lstStyle/>
            <a:p>
              <a:pPr indent="0" lvl="0" marL="0" marR="0" rtl="0" algn="l">
                <a:lnSpc>
                  <a:spcPct val="11804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81"/>
                <a:buFont typeface="Malgun Gothic"/>
                <a:buNone/>
              </a:pPr>
              <a:r>
                <a:rPr b="1" i="0" lang="en-US" sz="981" u="none" cap="none" strike="noStrike">
                  <a:solidFill>
                    <a:srgbClr val="141413"/>
                  </a:solidFill>
                  <a:highlight>
                    <a:srgbClr val="F6F9FF"/>
                  </a:highlight>
                  <a:latin typeface="Malgun Gothic"/>
                  <a:ea typeface="Malgun Gothic"/>
                  <a:cs typeface="Malgun Gothic"/>
                  <a:sym typeface="Malgun Gothic"/>
                </a:rPr>
                <a:t>0006</a:t>
              </a:r>
              <a:endParaRPr b="1" i="0" sz="981" u="none" cap="none" strike="noStrike">
                <a:solidFill>
                  <a:srgbClr val="141413"/>
                </a:solidFill>
                <a:highlight>
                  <a:srgbClr val="F6F9FF"/>
                </a:highlight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53" name="Google Shape;653;h698aa550adcc4187_1_13"/>
            <p:cNvSpPr txBox="1"/>
            <p:nvPr/>
          </p:nvSpPr>
          <p:spPr>
            <a:xfrm>
              <a:off x="704525" y="4402125"/>
              <a:ext cx="11796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325" lIns="50325" spcFirstLastPara="1" rIns="50325" wrap="square" tIns="50325">
              <a:noAutofit/>
            </a:bodyPr>
            <a:lstStyle/>
            <a:p>
              <a:pPr indent="0" lvl="0" marL="0" marR="0" rtl="0" algn="l">
                <a:lnSpc>
                  <a:spcPct val="11798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6"/>
                <a:buFont typeface="Malgun Gothic"/>
                <a:buNone/>
              </a:pPr>
              <a:r>
                <a:rPr b="1" i="0" lang="en-US" sz="606" u="none" cap="none" strike="noStrike">
                  <a:solidFill>
                    <a:srgbClr val="141413"/>
                  </a:solidFill>
                  <a:highlight>
                    <a:srgbClr val="F6F9FF"/>
                  </a:highlight>
                  <a:latin typeface="Malgun Gothic"/>
                  <a:ea typeface="Malgun Gothic"/>
                  <a:cs typeface="Malgun Gothic"/>
                  <a:sym typeface="Malgun Gothic"/>
                </a:rPr>
                <a:t> real_msec_</a:t>
              </a:r>
              <a:endParaRPr b="1" i="0" sz="606" u="none" cap="none" strike="noStrike">
                <a:solidFill>
                  <a:srgbClr val="141413"/>
                </a:solidFill>
                <a:highlight>
                  <a:srgbClr val="F6F9FF"/>
                </a:highlight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54" name="Google Shape;654;h698aa550adcc4187_1_13"/>
            <p:cNvSpPr/>
            <p:nvPr/>
          </p:nvSpPr>
          <p:spPr>
            <a:xfrm>
              <a:off x="6397500" y="3243875"/>
              <a:ext cx="72600" cy="377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139818" rotWithShape="0" algn="bl" dir="5400000" dist="41945">
                <a:srgbClr val="3A70FC">
                  <a:alpha val="10196"/>
                </a:srgbClr>
              </a:outerShdw>
            </a:effectLst>
          </p:spPr>
          <p:txBody>
            <a:bodyPr anchorCtr="0" anchor="ctr" bIns="50325" lIns="50325" spcFirstLastPara="1" rIns="50325" wrap="square" tIns="503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71"/>
                <a:buFont typeface="Malgun Gothic"/>
                <a:buNone/>
              </a:pPr>
              <a:r>
                <a:t/>
              </a:r>
              <a:endParaRPr b="0" i="0" sz="771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55" name="Google Shape;655;h698aa550adcc4187_1_13"/>
            <p:cNvSpPr txBox="1"/>
            <p:nvPr/>
          </p:nvSpPr>
          <p:spPr>
            <a:xfrm>
              <a:off x="704525" y="1812975"/>
              <a:ext cx="1561200" cy="88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325" lIns="50325" spcFirstLastPara="1" rIns="50325" wrap="square" tIns="50325">
              <a:noAutofit/>
            </a:bodyPr>
            <a:lstStyle/>
            <a:p>
              <a:pPr indent="0" lvl="0" marL="0" marR="0" rtl="0" algn="l">
                <a:lnSpc>
                  <a:spcPct val="11800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61"/>
                <a:buFont typeface="Malgun Gothic"/>
                <a:buNone/>
              </a:pPr>
              <a:r>
                <a:rPr b="1" i="0" lang="en-US" sz="661" u="none" cap="none" strike="noStrike">
                  <a:solidFill>
                    <a:srgbClr val="141413"/>
                  </a:solidFill>
                  <a:highlight>
                    <a:srgbClr val="F6F9FF"/>
                  </a:highlight>
                  <a:latin typeface="Malgun Gothic"/>
                  <a:ea typeface="Malgun Gothic"/>
                  <a:cs typeface="Malgun Gothic"/>
                  <a:sym typeface="Malgun Gothic"/>
                </a:rPr>
                <a:t> output msec_</a:t>
              </a:r>
              <a:endParaRPr b="1" i="0" sz="661" u="none" cap="none" strike="noStrike">
                <a:solidFill>
                  <a:srgbClr val="141413"/>
                </a:solidFill>
                <a:highlight>
                  <a:srgbClr val="F6F9FF"/>
                </a:highlight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1800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61"/>
                <a:buFont typeface="Malgun Gothic"/>
                <a:buNone/>
              </a:pPr>
              <a:r>
                <a:rPr b="1" i="0" lang="en-US" sz="661" u="none" cap="none" strike="noStrike">
                  <a:solidFill>
                    <a:schemeClr val="dk1"/>
                  </a:solidFill>
                  <a:highlight>
                    <a:srgbClr val="F6F9FF"/>
                  </a:highlight>
                  <a:latin typeface="Malgun Gothic"/>
                  <a:ea typeface="Malgun Gothic"/>
                  <a:cs typeface="Malgun Gothic"/>
                  <a:sym typeface="Malgun Gothic"/>
                </a:rPr>
                <a:t> output sec   _ </a:t>
              </a:r>
              <a:endParaRPr b="1" i="0" sz="661" u="none" cap="none" strike="noStrike">
                <a:solidFill>
                  <a:schemeClr val="dk1"/>
                </a:solidFill>
                <a:highlight>
                  <a:srgbClr val="F6F9FF"/>
                </a:highlight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1800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61"/>
                <a:buFont typeface="Malgun Gothic"/>
                <a:buNone/>
              </a:pPr>
              <a:r>
                <a:rPr b="1" i="0" lang="en-US" sz="661" u="none" cap="none" strike="noStrike">
                  <a:solidFill>
                    <a:schemeClr val="dk1"/>
                  </a:solidFill>
                  <a:highlight>
                    <a:srgbClr val="F6F9FF"/>
                  </a:highlight>
                  <a:latin typeface="Malgun Gothic"/>
                  <a:ea typeface="Malgun Gothic"/>
                  <a:cs typeface="Malgun Gothic"/>
                  <a:sym typeface="Malgun Gothic"/>
                </a:rPr>
                <a:t> output min  _</a:t>
              </a:r>
              <a:endParaRPr b="1" i="0" sz="661" u="none" cap="none" strike="noStrike">
                <a:solidFill>
                  <a:schemeClr val="dk1"/>
                </a:solidFill>
                <a:highlight>
                  <a:srgbClr val="F6F9FF"/>
                </a:highlight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1800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61"/>
                <a:buFont typeface="Malgun Gothic"/>
                <a:buNone/>
              </a:pPr>
              <a:r>
                <a:rPr b="1" i="0" lang="en-US" sz="661" u="none" cap="none" strike="noStrike">
                  <a:solidFill>
                    <a:schemeClr val="dk1"/>
                  </a:solidFill>
                  <a:highlight>
                    <a:srgbClr val="F6F9FF"/>
                  </a:highlight>
                  <a:latin typeface="Malgun Gothic"/>
                  <a:ea typeface="Malgun Gothic"/>
                  <a:cs typeface="Malgun Gothic"/>
                  <a:sym typeface="Malgun Gothic"/>
                </a:rPr>
                <a:t> output hour_</a:t>
              </a:r>
              <a:endParaRPr b="1" i="0" sz="661" u="none" cap="none" strike="noStrike">
                <a:solidFill>
                  <a:schemeClr val="dk1"/>
                </a:solidFill>
                <a:highlight>
                  <a:srgbClr val="F6F9FF"/>
                </a:highlight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56" name="Google Shape;656;h698aa550adcc4187_1_13"/>
            <p:cNvSpPr txBox="1"/>
            <p:nvPr/>
          </p:nvSpPr>
          <p:spPr>
            <a:xfrm>
              <a:off x="704525" y="2730900"/>
              <a:ext cx="9159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325" lIns="50325" spcFirstLastPara="1" rIns="50325" wrap="square" tIns="50325">
              <a:noAutofit/>
            </a:bodyPr>
            <a:lstStyle/>
            <a:p>
              <a:pPr indent="0" lvl="0" marL="0" marR="0" rtl="0" algn="l">
                <a:lnSpc>
                  <a:spcPct val="11798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6"/>
                <a:buFont typeface="Malgun Gothic"/>
                <a:buNone/>
              </a:pPr>
              <a:r>
                <a:rPr b="1" i="0" lang="en-US" sz="606" u="none" cap="none" strike="noStrike">
                  <a:solidFill>
                    <a:srgbClr val="141413"/>
                  </a:solidFill>
                  <a:highlight>
                    <a:srgbClr val="F6F9FF"/>
                  </a:highlight>
                  <a:latin typeface="Malgun Gothic"/>
                  <a:ea typeface="Malgun Gothic"/>
                  <a:cs typeface="Malgun Gothic"/>
                  <a:sym typeface="Malgun Gothic"/>
                </a:rPr>
                <a:t> fnd_font</a:t>
              </a:r>
              <a:endParaRPr b="1" i="0" sz="606" u="none" cap="none" strike="noStrike">
                <a:solidFill>
                  <a:srgbClr val="141413"/>
                </a:solidFill>
                <a:highlight>
                  <a:srgbClr val="F6F9FF"/>
                </a:highlight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57" name="Google Shape;657;h698aa550adcc4187_1_13"/>
            <p:cNvSpPr txBox="1"/>
            <p:nvPr/>
          </p:nvSpPr>
          <p:spPr>
            <a:xfrm>
              <a:off x="3366025" y="4375578"/>
              <a:ext cx="664500" cy="29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325" lIns="50325" spcFirstLastPara="1" rIns="50325" wrap="square" tIns="50325">
              <a:noAutofit/>
            </a:bodyPr>
            <a:lstStyle/>
            <a:p>
              <a:pPr indent="0" lvl="0" marL="0" marR="0" rtl="0" algn="l">
                <a:lnSpc>
                  <a:spcPct val="11804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Malgun Gothic"/>
                <a:buNone/>
              </a:pPr>
              <a:r>
                <a:rPr b="1" i="0" lang="en-US" sz="881" u="none" cap="none" strike="noStrike">
                  <a:solidFill>
                    <a:srgbClr val="141413"/>
                  </a:solidFill>
                  <a:highlight>
                    <a:srgbClr val="F6F9FF"/>
                  </a:highlight>
                  <a:latin typeface="Malgun Gothic"/>
                  <a:ea typeface="Malgun Gothic"/>
                  <a:cs typeface="Malgun Gothic"/>
                  <a:sym typeface="Malgun Gothic"/>
                </a:rPr>
                <a:t>_</a:t>
              </a:r>
              <a:r>
                <a:rPr b="1" lang="en-US" sz="881">
                  <a:solidFill>
                    <a:srgbClr val="141413"/>
                  </a:solidFill>
                  <a:highlight>
                    <a:srgbClr val="F6F9FF"/>
                  </a:highlight>
                  <a:latin typeface="Malgun Gothic"/>
                  <a:ea typeface="Malgun Gothic"/>
                  <a:cs typeface="Malgun Gothic"/>
                  <a:sym typeface="Malgun Gothic"/>
                </a:rPr>
                <a:t>5</a:t>
              </a:r>
              <a:r>
                <a:rPr b="1" i="0" lang="en-US" sz="881" u="none" cap="none" strike="noStrike">
                  <a:solidFill>
                    <a:srgbClr val="141413"/>
                  </a:solidFill>
                  <a:highlight>
                    <a:srgbClr val="F6F9FF"/>
                  </a:highlight>
                  <a:latin typeface="Malgun Gothic"/>
                  <a:ea typeface="Malgun Gothic"/>
                  <a:cs typeface="Malgun Gothic"/>
                  <a:sym typeface="Malgun Gothic"/>
                </a:rPr>
                <a:t>_</a:t>
              </a:r>
              <a:endParaRPr b="1" i="0" sz="881" u="none" cap="none" strike="noStrike">
                <a:solidFill>
                  <a:srgbClr val="141413"/>
                </a:solidFill>
                <a:highlight>
                  <a:srgbClr val="F6F9FF"/>
                </a:highlight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58" name="Google Shape;658;h698aa550adcc4187_1_13"/>
            <p:cNvSpPr txBox="1"/>
            <p:nvPr/>
          </p:nvSpPr>
          <p:spPr>
            <a:xfrm>
              <a:off x="5763750" y="4375578"/>
              <a:ext cx="664500" cy="29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325" lIns="50325" spcFirstLastPara="1" rIns="50325" wrap="square" tIns="50325">
              <a:noAutofit/>
            </a:bodyPr>
            <a:lstStyle/>
            <a:p>
              <a:pPr indent="0" lvl="0" marL="0" marR="0" rtl="0" algn="l">
                <a:lnSpc>
                  <a:spcPct val="11804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Malgun Gothic"/>
                <a:buNone/>
              </a:pPr>
              <a:r>
                <a:rPr b="1" i="0" lang="en-US" sz="881" u="none" cap="none" strike="noStrike">
                  <a:solidFill>
                    <a:srgbClr val="141413"/>
                  </a:solidFill>
                  <a:highlight>
                    <a:srgbClr val="F6F9FF"/>
                  </a:highlight>
                  <a:latin typeface="Malgun Gothic"/>
                  <a:ea typeface="Malgun Gothic"/>
                  <a:cs typeface="Malgun Gothic"/>
                  <a:sym typeface="Malgun Gothic"/>
                </a:rPr>
                <a:t>_6_</a:t>
              </a:r>
              <a:endParaRPr b="1" i="0" sz="881" u="none" cap="none" strike="noStrike">
                <a:solidFill>
                  <a:srgbClr val="141413"/>
                </a:solidFill>
                <a:highlight>
                  <a:srgbClr val="F6F9FF"/>
                </a:highlight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59" name="Google Shape;659;h698aa550adcc4187_1_13"/>
            <p:cNvSpPr txBox="1"/>
            <p:nvPr/>
          </p:nvSpPr>
          <p:spPr>
            <a:xfrm>
              <a:off x="9663700" y="4402128"/>
              <a:ext cx="664500" cy="29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325" lIns="50325" spcFirstLastPara="1" rIns="50325" wrap="square" tIns="50325">
              <a:noAutofit/>
            </a:bodyPr>
            <a:lstStyle/>
            <a:p>
              <a:pPr indent="0" lvl="0" marL="0" marR="0" rtl="0" algn="l">
                <a:lnSpc>
                  <a:spcPct val="11804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Malgun Gothic"/>
                <a:buNone/>
              </a:pPr>
              <a:r>
                <a:rPr b="1" i="0" lang="en-US" sz="881" u="none" cap="none" strike="noStrike">
                  <a:solidFill>
                    <a:srgbClr val="141413"/>
                  </a:solidFill>
                  <a:highlight>
                    <a:srgbClr val="F6F9FF"/>
                  </a:highlight>
                  <a:latin typeface="Malgun Gothic"/>
                  <a:ea typeface="Malgun Gothic"/>
                  <a:cs typeface="Malgun Gothic"/>
                  <a:sym typeface="Malgun Gothic"/>
                </a:rPr>
                <a:t>_7_</a:t>
              </a:r>
              <a:endParaRPr b="1" i="0" sz="881" u="none" cap="none" strike="noStrike">
                <a:solidFill>
                  <a:srgbClr val="141413"/>
                </a:solidFill>
                <a:highlight>
                  <a:srgbClr val="F6F9FF"/>
                </a:highlight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60" name="Google Shape;660;h698aa550adcc4187_1_13"/>
            <p:cNvSpPr txBox="1"/>
            <p:nvPr/>
          </p:nvSpPr>
          <p:spPr>
            <a:xfrm>
              <a:off x="4352375" y="4136778"/>
              <a:ext cx="664500" cy="29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325" lIns="50325" spcFirstLastPara="1" rIns="50325" wrap="square" tIns="50325">
              <a:noAutofit/>
            </a:bodyPr>
            <a:lstStyle/>
            <a:p>
              <a:pPr indent="0" lvl="0" marL="0" marR="0" rtl="0" algn="l">
                <a:lnSpc>
                  <a:spcPct val="11804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Malgun Gothic"/>
                <a:buNone/>
              </a:pPr>
              <a:r>
                <a:rPr b="1" i="0" lang="en-US" sz="881" u="none" cap="none" strike="noStrike">
                  <a:solidFill>
                    <a:srgbClr val="141413"/>
                  </a:solidFill>
                  <a:highlight>
                    <a:srgbClr val="F6F9FF"/>
                  </a:highlight>
                  <a:latin typeface="Malgun Gothic"/>
                  <a:ea typeface="Malgun Gothic"/>
                  <a:cs typeface="Malgun Gothic"/>
                  <a:sym typeface="Malgun Gothic"/>
                </a:rPr>
                <a:t>_3_</a:t>
              </a:r>
              <a:endParaRPr b="1" i="0" sz="881" u="none" cap="none" strike="noStrike">
                <a:solidFill>
                  <a:srgbClr val="141413"/>
                </a:solidFill>
                <a:highlight>
                  <a:srgbClr val="F6F9FF"/>
                </a:highlight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61" name="Google Shape;661;h698aa550adcc4187_1_13"/>
            <p:cNvSpPr txBox="1"/>
            <p:nvPr/>
          </p:nvSpPr>
          <p:spPr>
            <a:xfrm>
              <a:off x="8790700" y="4136778"/>
              <a:ext cx="664500" cy="29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325" lIns="50325" spcFirstLastPara="1" rIns="50325" wrap="square" tIns="50325">
              <a:noAutofit/>
            </a:bodyPr>
            <a:lstStyle/>
            <a:p>
              <a:pPr indent="0" lvl="0" marL="0" marR="0" rtl="0" algn="l">
                <a:lnSpc>
                  <a:spcPct val="11804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1"/>
                <a:buFont typeface="Malgun Gothic"/>
                <a:buNone/>
              </a:pPr>
              <a:r>
                <a:rPr b="1" i="0" lang="en-US" sz="881" u="none" cap="none" strike="noStrike">
                  <a:solidFill>
                    <a:srgbClr val="141413"/>
                  </a:solidFill>
                  <a:highlight>
                    <a:srgbClr val="F6F9FF"/>
                  </a:highlight>
                  <a:latin typeface="Malgun Gothic"/>
                  <a:ea typeface="Malgun Gothic"/>
                  <a:cs typeface="Malgun Gothic"/>
                  <a:sym typeface="Malgun Gothic"/>
                </a:rPr>
                <a:t>_6_</a:t>
              </a:r>
              <a:endParaRPr b="1" i="0" sz="881" u="none" cap="none" strike="noStrike">
                <a:solidFill>
                  <a:srgbClr val="141413"/>
                </a:solidFill>
                <a:highlight>
                  <a:srgbClr val="F6F9FF"/>
                </a:highlight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62" name="Google Shape;662;h698aa550adcc4187_1_13"/>
          <p:cNvGrpSpPr/>
          <p:nvPr/>
        </p:nvGrpSpPr>
        <p:grpSpPr>
          <a:xfrm>
            <a:off x="774575" y="2036800"/>
            <a:ext cx="362100" cy="362100"/>
            <a:chOff x="2034875" y="668800"/>
            <a:chExt cx="362100" cy="362100"/>
          </a:xfrm>
        </p:grpSpPr>
        <p:sp>
          <p:nvSpPr>
            <p:cNvPr id="663" name="Google Shape;663;h698aa550adcc4187_1_13"/>
            <p:cNvSpPr/>
            <p:nvPr/>
          </p:nvSpPr>
          <p:spPr>
            <a:xfrm>
              <a:off x="2034875" y="668800"/>
              <a:ext cx="362100" cy="362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200"/>
                <a:buFont typeface="Malgun Gothic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64" name="Google Shape;664;h698aa550adcc4187_1_13"/>
            <p:cNvSpPr txBox="1"/>
            <p:nvPr/>
          </p:nvSpPr>
          <p:spPr>
            <a:xfrm>
              <a:off x="2034875" y="686200"/>
              <a:ext cx="362100" cy="32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7999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200"/>
                <a:buFont typeface="Malgun Gothic"/>
                <a:buNone/>
              </a:pPr>
              <a:r>
                <a:rPr b="1" i="0" lang="en-US" sz="1000" u="none" cap="none" strike="noStrike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S1</a:t>
              </a:r>
              <a:endParaRPr b="0" i="0" sz="1000" u="none" cap="none" strike="noStrike">
                <a:solidFill>
                  <a:srgbClr val="141413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65" name="Google Shape;665;h698aa550adcc4187_1_13"/>
          <p:cNvGrpSpPr/>
          <p:nvPr/>
        </p:nvGrpSpPr>
        <p:grpSpPr>
          <a:xfrm>
            <a:off x="774575" y="4008225"/>
            <a:ext cx="362100" cy="362100"/>
            <a:chOff x="2034875" y="668800"/>
            <a:chExt cx="362100" cy="362100"/>
          </a:xfrm>
        </p:grpSpPr>
        <p:sp>
          <p:nvSpPr>
            <p:cNvPr id="666" name="Google Shape;666;h698aa550adcc4187_1_13"/>
            <p:cNvSpPr/>
            <p:nvPr/>
          </p:nvSpPr>
          <p:spPr>
            <a:xfrm>
              <a:off x="2034875" y="668800"/>
              <a:ext cx="362100" cy="362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Malgun Gothic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67" name="Google Shape;667;h698aa550adcc4187_1_13"/>
            <p:cNvSpPr txBox="1"/>
            <p:nvPr/>
          </p:nvSpPr>
          <p:spPr>
            <a:xfrm>
              <a:off x="2034875" y="686200"/>
              <a:ext cx="362100" cy="32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79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Malgun Gothic"/>
                <a:buNone/>
              </a:pPr>
              <a:r>
                <a:rPr b="1" i="0" lang="en-US" sz="1000" u="none" cap="none" strike="noStrike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S2</a:t>
              </a:r>
              <a:endParaRPr b="0" i="0" sz="1000" u="none" cap="none" strike="noStrike">
                <a:solidFill>
                  <a:srgbClr val="141413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668" name="Google Shape;668;h698aa550adcc4187_1_13"/>
          <p:cNvSpPr/>
          <p:nvPr/>
        </p:nvSpPr>
        <p:spPr>
          <a:xfrm>
            <a:off x="1912875" y="2039275"/>
            <a:ext cx="818700" cy="1789200"/>
          </a:xfrm>
          <a:prstGeom prst="rect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69" name="Google Shape;669;h698aa550adcc4187_1_13"/>
          <p:cNvSpPr/>
          <p:nvPr/>
        </p:nvSpPr>
        <p:spPr>
          <a:xfrm>
            <a:off x="2796875" y="2036800"/>
            <a:ext cx="362100" cy="1789200"/>
          </a:xfrm>
          <a:prstGeom prst="rect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0" name="Google Shape;670;h698aa550adcc4187_1_13"/>
          <p:cNvSpPr/>
          <p:nvPr/>
        </p:nvSpPr>
        <p:spPr>
          <a:xfrm>
            <a:off x="3451875" y="2036813"/>
            <a:ext cx="3655200" cy="1789200"/>
          </a:xfrm>
          <a:prstGeom prst="rect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1" name="Google Shape;671;h698aa550adcc4187_1_13"/>
          <p:cNvSpPr/>
          <p:nvPr/>
        </p:nvSpPr>
        <p:spPr>
          <a:xfrm>
            <a:off x="2209325" y="4222075"/>
            <a:ext cx="362100" cy="1789200"/>
          </a:xfrm>
          <a:prstGeom prst="rect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2" name="Google Shape;672;h698aa550adcc4187_1_13"/>
          <p:cNvSpPr/>
          <p:nvPr/>
        </p:nvSpPr>
        <p:spPr>
          <a:xfrm>
            <a:off x="2342974" y="5220925"/>
            <a:ext cx="50100" cy="207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39818" rotWithShape="0" algn="bl" dir="5400000" dist="41945">
              <a:srgbClr val="3A70FC">
                <a:alpha val="10196"/>
              </a:srgbClr>
            </a:outerShdw>
          </a:effectLst>
        </p:spPr>
        <p:txBody>
          <a:bodyPr anchorCtr="0" anchor="ctr" bIns="50325" lIns="50325" spcFirstLastPara="1" rIns="50325" wrap="square" tIns="50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1"/>
              <a:buFont typeface="Malgun Gothic"/>
              <a:buNone/>
            </a:pPr>
            <a:r>
              <a:t/>
            </a:r>
            <a:endParaRPr b="0" i="0" sz="771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3" name="Google Shape;673;h698aa550adcc4187_1_13"/>
          <p:cNvSpPr/>
          <p:nvPr/>
        </p:nvSpPr>
        <p:spPr>
          <a:xfrm>
            <a:off x="4203725" y="4249500"/>
            <a:ext cx="362100" cy="1789200"/>
          </a:xfrm>
          <a:prstGeom prst="rect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4" name="Google Shape;674;h698aa550adcc4187_1_13"/>
          <p:cNvSpPr txBox="1"/>
          <p:nvPr/>
        </p:nvSpPr>
        <p:spPr>
          <a:xfrm>
            <a:off x="1912875" y="2039275"/>
            <a:ext cx="6456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141413"/>
                </a:solidFill>
                <a:highlight>
                  <a:srgbClr val="F6F9FF"/>
                </a:highlight>
                <a:latin typeface="Malgun Gothic"/>
                <a:ea typeface="Malgun Gothic"/>
                <a:cs typeface="Malgun Gothic"/>
                <a:sym typeface="Malgun Gothic"/>
              </a:rPr>
              <a:t>stop</a:t>
            </a:r>
            <a:endParaRPr b="1" i="0" sz="1400" u="none" cap="none" strike="noStrike">
              <a:solidFill>
                <a:srgbClr val="141413"/>
              </a:solidFill>
              <a:highlight>
                <a:srgbClr val="F6F9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5" name="Google Shape;675;h698aa550adcc4187_1_13"/>
          <p:cNvSpPr txBox="1"/>
          <p:nvPr/>
        </p:nvSpPr>
        <p:spPr>
          <a:xfrm>
            <a:off x="2796875" y="1988775"/>
            <a:ext cx="7110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141413"/>
                </a:solidFill>
                <a:highlight>
                  <a:srgbClr val="F6F9FF"/>
                </a:highlight>
                <a:latin typeface="Malgun Gothic"/>
                <a:ea typeface="Malgun Gothic"/>
                <a:cs typeface="Malgun Gothic"/>
                <a:sym typeface="Malgun Gothic"/>
              </a:rPr>
              <a:t>mode</a:t>
            </a:r>
            <a:endParaRPr b="1" i="0" sz="1400" u="none" cap="none" strike="noStrike">
              <a:solidFill>
                <a:srgbClr val="141413"/>
              </a:solidFill>
              <a:highlight>
                <a:srgbClr val="F6F9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6" name="Google Shape;676;h698aa550adcc4187_1_13"/>
          <p:cNvSpPr txBox="1"/>
          <p:nvPr/>
        </p:nvSpPr>
        <p:spPr>
          <a:xfrm>
            <a:off x="3507775" y="2039275"/>
            <a:ext cx="6456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141413"/>
                </a:solidFill>
                <a:highlight>
                  <a:srgbClr val="F6F9FF"/>
                </a:highlight>
                <a:latin typeface="Malgun Gothic"/>
                <a:ea typeface="Malgun Gothic"/>
                <a:cs typeface="Malgun Gothic"/>
                <a:sym typeface="Malgun Gothic"/>
              </a:rPr>
              <a:t>run</a:t>
            </a:r>
            <a:endParaRPr b="1" i="0" sz="1400" u="none" cap="none" strike="noStrike">
              <a:solidFill>
                <a:srgbClr val="141413"/>
              </a:solidFill>
              <a:highlight>
                <a:srgbClr val="F6F9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7" name="Google Shape;677;h698aa550adcc4187_1_13"/>
          <p:cNvSpPr txBox="1"/>
          <p:nvPr/>
        </p:nvSpPr>
        <p:spPr>
          <a:xfrm>
            <a:off x="2209325" y="4173200"/>
            <a:ext cx="9498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141413"/>
                </a:solidFill>
                <a:highlight>
                  <a:srgbClr val="F6F9FF"/>
                </a:highlight>
                <a:latin typeface="Malgun Gothic"/>
                <a:ea typeface="Malgun Gothic"/>
                <a:cs typeface="Malgun Gothic"/>
                <a:sym typeface="Malgun Gothic"/>
              </a:rPr>
              <a:t>laptime</a:t>
            </a:r>
            <a:endParaRPr b="1" i="0" sz="1400" u="none" cap="none" strike="noStrike">
              <a:solidFill>
                <a:srgbClr val="141413"/>
              </a:solidFill>
              <a:highlight>
                <a:srgbClr val="F6F9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8" name="Google Shape;678;h698aa550adcc4187_1_13"/>
          <p:cNvSpPr txBox="1"/>
          <p:nvPr/>
        </p:nvSpPr>
        <p:spPr>
          <a:xfrm>
            <a:off x="4203725" y="4173200"/>
            <a:ext cx="9498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141413"/>
                </a:solidFill>
                <a:highlight>
                  <a:srgbClr val="F6F9FF"/>
                </a:highlight>
                <a:latin typeface="Malgun Gothic"/>
                <a:ea typeface="Malgun Gothic"/>
                <a:cs typeface="Malgun Gothic"/>
                <a:sym typeface="Malgun Gothic"/>
              </a:rPr>
              <a:t>laptime</a:t>
            </a:r>
            <a:endParaRPr b="1" i="0" sz="1400" u="none" cap="none" strike="noStrike">
              <a:solidFill>
                <a:srgbClr val="141413"/>
              </a:solidFill>
              <a:highlight>
                <a:srgbClr val="F6F9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BFF"/>
        </a:solidFill>
      </p:bgPr>
    </p:bg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h698aa550adcc4187_3_26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3EBFF"/>
              </a:gs>
              <a:gs pos="100000">
                <a:srgbClr val="F6F9FF"/>
              </a:gs>
            </a:gsLst>
            <a:lin ang="419989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5" name="Google Shape;685;h698aa550adcc4187_3_266"/>
          <p:cNvSpPr txBox="1"/>
          <p:nvPr>
            <p:ph type="title"/>
          </p:nvPr>
        </p:nvSpPr>
        <p:spPr>
          <a:xfrm>
            <a:off x="2960698" y="848400"/>
            <a:ext cx="62706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Malgun Gothic"/>
              <a:buNone/>
            </a:pPr>
            <a:r>
              <a:rPr b="1" lang="en-US" sz="3000">
                <a:latin typeface="Malgun Gothic"/>
                <a:ea typeface="Malgun Gothic"/>
                <a:cs typeface="Malgun Gothic"/>
                <a:sym typeface="Malgun Gothic"/>
              </a:rPr>
              <a:t>watch 수정· 동시 카운트 시나리오</a:t>
            </a:r>
            <a:endParaRPr sz="3000"/>
          </a:p>
        </p:txBody>
      </p:sp>
      <p:sp>
        <p:nvSpPr>
          <p:cNvPr id="686" name="Google Shape;686;h698aa550adcc4187_3_266"/>
          <p:cNvSpPr/>
          <p:nvPr/>
        </p:nvSpPr>
        <p:spPr>
          <a:xfrm>
            <a:off x="812800" y="1496025"/>
            <a:ext cx="5673000" cy="5107975"/>
          </a:xfrm>
          <a:prstGeom prst="roundRect">
            <a:avLst>
              <a:gd fmla="val 2761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7" name="Google Shape;687;h698aa550adcc4187_3_266"/>
          <p:cNvSpPr/>
          <p:nvPr/>
        </p:nvSpPr>
        <p:spPr>
          <a:xfrm>
            <a:off x="6663725" y="1496025"/>
            <a:ext cx="4715400" cy="5107975"/>
          </a:xfrm>
          <a:prstGeom prst="roundRect">
            <a:avLst>
              <a:gd fmla="val 2761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8" name="Google Shape;688;h698aa550adcc4187_3_266"/>
          <p:cNvSpPr/>
          <p:nvPr/>
        </p:nvSpPr>
        <p:spPr>
          <a:xfrm>
            <a:off x="6998643" y="1718270"/>
            <a:ext cx="406400" cy="279400"/>
          </a:xfrm>
          <a:custGeom>
            <a:rect b="b" l="l" r="r" t="t"/>
            <a:pathLst>
              <a:path extrusionOk="0" h="279400" w="406400">
                <a:moveTo>
                  <a:pt x="139700" y="0"/>
                </a:moveTo>
                <a:lnTo>
                  <a:pt x="266700" y="0"/>
                </a:lnTo>
                <a:cubicBezTo>
                  <a:pt x="303751" y="0"/>
                  <a:pt x="339284" y="14718"/>
                  <a:pt x="365483" y="40917"/>
                </a:cubicBezTo>
                <a:cubicBezTo>
                  <a:pt x="391682" y="67116"/>
                  <a:pt x="406400" y="102649"/>
                  <a:pt x="406400" y="139700"/>
                </a:cubicBezTo>
                <a:lnTo>
                  <a:pt x="406400" y="139700"/>
                </a:lnTo>
                <a:cubicBezTo>
                  <a:pt x="406400" y="216854"/>
                  <a:pt x="343854" y="279400"/>
                  <a:pt x="266700" y="279400"/>
                </a:cubicBezTo>
                <a:lnTo>
                  <a:pt x="139700" y="279400"/>
                </a:lnTo>
                <a:cubicBezTo>
                  <a:pt x="62546" y="279400"/>
                  <a:pt x="0" y="216854"/>
                  <a:pt x="0" y="139700"/>
                </a:cubicBezTo>
                <a:lnTo>
                  <a:pt x="0" y="139700"/>
                </a:lnTo>
                <a:cubicBezTo>
                  <a:pt x="0" y="62546"/>
                  <a:pt x="62546" y="0"/>
                  <a:pt x="139700" y="0"/>
                </a:cubicBezTo>
                <a:close/>
              </a:path>
            </a:pathLst>
          </a:custGeom>
          <a:solidFill>
            <a:srgbClr val="3A70F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S4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9" name="Google Shape;689;h698aa550adcc4187_3_266"/>
          <p:cNvSpPr/>
          <p:nvPr/>
        </p:nvSpPr>
        <p:spPr>
          <a:xfrm>
            <a:off x="7506613" y="1724625"/>
            <a:ext cx="3537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500"/>
              <a:buFont typeface="Malgun Gothic"/>
              <a:buNone/>
            </a:pPr>
            <a:r>
              <a:rPr b="1" i="0" lang="en-US" sz="19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stopwatch / watch 동시카운트</a:t>
            </a:r>
            <a:endParaRPr b="0" i="0" sz="1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690" name="Google Shape;690;h698aa550adcc4187_3_266"/>
          <p:cNvGraphicFramePr/>
          <p:nvPr/>
        </p:nvGraphicFramePr>
        <p:xfrm>
          <a:off x="6873243" y="23277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{C6EE83A4-4D7C-47F0-BE3B-7B4E7B42BC90}</a:tableStyleId>
              </a:tblPr>
              <a:tblGrid>
                <a:gridCol w="1890400"/>
                <a:gridCol w="2405975"/>
              </a:tblGrid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입력</a:t>
                      </a:r>
                      <a:endParaRPr sz="1400" u="none" cap="none" strike="noStrike"/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1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기대 결과</a:t>
                      </a:r>
                      <a:endParaRPr sz="1400" u="none" cap="none" strike="noStrike"/>
                    </a:p>
                  </a:txBody>
                  <a:tcPr marT="53350" marB="53350" marR="53350" marL="53350">
                    <a:lnL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1FF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Malgun Gothic"/>
                        <a:buNone/>
                      </a:pPr>
                      <a:r>
                        <a:rPr lang="en-US" sz="15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sw0 = 0</a:t>
                      </a:r>
                      <a:endParaRPr sz="1500" u="none" cap="none" strike="noStrike"/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5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watch</a:t>
                      </a:r>
                      <a:endParaRPr sz="1500" u="none" cap="none" strike="noStrike"/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Malgun Gothic"/>
                        <a:buNone/>
                      </a:pPr>
                      <a:r>
                        <a:rPr lang="en-US" sz="15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sw0 = 1</a:t>
                      </a:r>
                      <a:endParaRPr sz="1500" u="none" cap="none" strike="noStrike"/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5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stopwatch</a:t>
                      </a:r>
                      <a:endParaRPr sz="1500" u="none" cap="none" strike="noStrike">
                        <a:solidFill>
                          <a:srgbClr val="282828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watch도 카운트 증가</a:t>
                      </a:r>
                      <a:endParaRPr b="1" sz="1500" u="none" cap="none" strike="noStrike">
                        <a:solidFill>
                          <a:srgbClr val="282828"/>
                        </a:solidFill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Malgun Gothic"/>
                        <a:buNone/>
                      </a:pPr>
                      <a:r>
                        <a:rPr lang="en-US" sz="15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btnR</a:t>
                      </a:r>
                      <a:endParaRPr sz="1500" u="none" cap="none" strike="noStrike"/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5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RUN</a:t>
                      </a:r>
                      <a:endParaRPr sz="1500" u="none" cap="none" strike="noStrike"/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Malgun Gothic"/>
                        <a:buNone/>
                      </a:pPr>
                      <a:r>
                        <a:rPr lang="en-US" sz="15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sw0 = 0</a:t>
                      </a:r>
                      <a:endParaRPr sz="1500" u="none" cap="none" strike="noStrike"/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5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watch</a:t>
                      </a:r>
                      <a:endParaRPr sz="1500" u="none" cap="none" strike="noStrike">
                        <a:solidFill>
                          <a:srgbClr val="282828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stopwatch도 카운트 증가</a:t>
                      </a:r>
                      <a:endParaRPr b="1" sz="1500" u="none" cap="none" strike="noStrike">
                        <a:solidFill>
                          <a:srgbClr val="282828"/>
                        </a:solidFill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91" name="Google Shape;691;h698aa550adcc4187_3_266"/>
          <p:cNvSpPr/>
          <p:nvPr/>
        </p:nvSpPr>
        <p:spPr>
          <a:xfrm>
            <a:off x="10058400" y="6339880"/>
            <a:ext cx="13209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692" name="Google Shape;692;h698aa550adcc4187_3_266"/>
          <p:cNvGraphicFramePr/>
          <p:nvPr/>
        </p:nvGraphicFramePr>
        <p:xfrm>
          <a:off x="1130275" y="23277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{C6EE83A4-4D7C-47F0-BE3B-7B4E7B42BC90}</a:tableStyleId>
              </a:tblPr>
              <a:tblGrid>
                <a:gridCol w="2289925"/>
                <a:gridCol w="2748125"/>
              </a:tblGrid>
              <a:tr h="200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입력</a:t>
                      </a:r>
                      <a:endParaRPr b="1" sz="1600" u="none" cap="none" strike="noStrike"/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1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기대 결과</a:t>
                      </a:r>
                      <a:endParaRPr sz="1600" u="none" cap="none" strike="noStrike"/>
                    </a:p>
                  </a:txBody>
                  <a:tcPr marT="53350" marB="53350" marR="53350" marL="53350">
                    <a:lnL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1FF"/>
                    </a:solidFill>
                  </a:tcPr>
                </a:tc>
              </a:tr>
              <a:tr h="353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리셋</a:t>
                      </a:r>
                      <a:endParaRPr sz="1600" u="none" cap="none" strike="noStrike"/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12:00, 시간 자동 진행</a:t>
                      </a:r>
                      <a:endParaRPr sz="1600" u="none" cap="none" strike="noStrike"/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8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Malgun Gothic"/>
                        <a:buNone/>
                      </a:pPr>
                      <a:r>
                        <a:rPr lang="en-US" sz="16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sw2 = 1</a:t>
                      </a:r>
                      <a:endParaRPr sz="1600" u="none" cap="none" strike="noStrike"/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Malgun Gothic"/>
                        <a:buNone/>
                      </a:pPr>
                      <a:r>
                        <a:rPr b="1" lang="en-US" sz="16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수정</a:t>
                      </a:r>
                      <a:r>
                        <a:rPr lang="en-US" sz="16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on -&gt; conter값 증가 x</a:t>
                      </a:r>
                      <a:endParaRPr sz="1600" u="none" cap="none" strike="noStrike"/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Malgun Gothic"/>
                        <a:buNone/>
                      </a:pPr>
                      <a:r>
                        <a:rPr lang="en-US" sz="16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btnR</a:t>
                      </a:r>
                      <a:endParaRPr sz="1600" u="none" cap="none" strike="noStrike"/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Malgun Gothic"/>
                        <a:buNone/>
                      </a:pPr>
                      <a:r>
                        <a:rPr lang="en-US" sz="16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1000의 자리로 이동 (경계값)</a:t>
                      </a:r>
                      <a:endParaRPr sz="1600" u="none" cap="none" strike="noStrike"/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Malgun Gothic"/>
                        <a:buNone/>
                      </a:pPr>
                      <a:r>
                        <a:rPr lang="en-US" sz="16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sw1 = </a:t>
                      </a:r>
                      <a:r>
                        <a:rPr lang="en-US" sz="1600"/>
                        <a:t>1</a:t>
                      </a:r>
                      <a:endParaRPr sz="1600" u="none" cap="none" strike="noStrike"/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Malgun Gothic"/>
                        <a:buNone/>
                      </a:pPr>
                      <a:r>
                        <a:rPr lang="en-US" sz="16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hour:min = 12:00</a:t>
                      </a:r>
                      <a:endParaRPr sz="1600" u="none" cap="none" strike="noStrike"/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Malgun Gothic"/>
                        <a:buNone/>
                      </a:pPr>
                      <a:r>
                        <a:rPr lang="en-US" sz="16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btnU *  2</a:t>
                      </a:r>
                      <a:endParaRPr sz="1600" u="none" cap="none" strike="noStrike"/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Malgun Gothic"/>
                        <a:buNone/>
                      </a:pPr>
                      <a:r>
                        <a:rPr b="1" lang="en-US" sz="16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hour: 12 -&gt;22-&gt;02</a:t>
                      </a:r>
                      <a:endParaRPr b="1" sz="1600" u="none" cap="none" strike="noStrike"/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Malgun Gothic"/>
                        <a:buNone/>
                      </a:pPr>
                      <a:r>
                        <a:rPr lang="en-US" sz="16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btnR </a:t>
                      </a:r>
                      <a:endParaRPr sz="1600" u="none" cap="none" strike="noStrike">
                        <a:solidFill>
                          <a:srgbClr val="282828"/>
                        </a:solidFill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Malgun Gothic"/>
                        <a:buNone/>
                      </a:pPr>
                      <a:r>
                        <a:rPr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100의 자리로 이동</a:t>
                      </a:r>
                      <a:endParaRPr sz="1600" u="none" cap="none" strike="noStrike">
                        <a:solidFill>
                          <a:srgbClr val="282828"/>
                        </a:solidFill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Malgun Gothic"/>
                        <a:buNone/>
                      </a:pPr>
                      <a:r>
                        <a:rPr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btnD *  3</a:t>
                      </a:r>
                      <a:endParaRPr sz="1600" u="none" cap="none" strike="noStrike">
                        <a:solidFill>
                          <a:srgbClr val="282828"/>
                        </a:solidFill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Malgun Gothic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hour: 02 -&gt;01 -&gt; 00-&gt;09</a:t>
                      </a:r>
                      <a:endParaRPr b="1" sz="1600" u="none" cap="none" strike="noStrike">
                        <a:solidFill>
                          <a:srgbClr val="282828"/>
                        </a:solidFill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Malgun Gothic"/>
                        <a:buNone/>
                      </a:pPr>
                      <a:r>
                        <a:rPr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btnL </a:t>
                      </a:r>
                      <a:endParaRPr sz="1600" u="none" cap="none" strike="noStrike">
                        <a:solidFill>
                          <a:srgbClr val="282828"/>
                        </a:solidFill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Malgun Gothic"/>
                        <a:buNone/>
                      </a:pPr>
                      <a:r>
                        <a:rPr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1000의 자리로 이동</a:t>
                      </a:r>
                      <a:endParaRPr sz="1600" u="none" cap="none" strike="noStrike">
                        <a:solidFill>
                          <a:srgbClr val="282828"/>
                        </a:solidFill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Malgun Gothic"/>
                        <a:buNone/>
                      </a:pPr>
                      <a:r>
                        <a:rPr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btnD </a:t>
                      </a:r>
                      <a:endParaRPr sz="1600" u="none" cap="none" strike="noStrike">
                        <a:solidFill>
                          <a:srgbClr val="282828"/>
                        </a:solidFill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Malgun Gothic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hour: 09 -&gt; 19</a:t>
                      </a:r>
                      <a:endParaRPr b="1" sz="1600" u="none" cap="none" strike="noStrike">
                        <a:solidFill>
                          <a:srgbClr val="282828"/>
                        </a:solidFill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Malgun Gothic"/>
                        <a:buNone/>
                      </a:pPr>
                      <a:r>
                        <a:rPr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sw2 = 0</a:t>
                      </a:r>
                      <a:endParaRPr sz="1600" u="none" cap="none" strike="noStrike">
                        <a:solidFill>
                          <a:srgbClr val="282828"/>
                        </a:solidFill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Malgun Gothic"/>
                        <a:buNone/>
                      </a:pPr>
                      <a:r>
                        <a:rPr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수정된 값에서 증가</a:t>
                      </a:r>
                      <a:endParaRPr sz="1600" u="none" cap="none" strike="noStrike">
                        <a:solidFill>
                          <a:srgbClr val="282828"/>
                        </a:solidFill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93" name="Google Shape;693;h698aa550adcc4187_3_266"/>
          <p:cNvSpPr/>
          <p:nvPr/>
        </p:nvSpPr>
        <p:spPr>
          <a:xfrm>
            <a:off x="1158950" y="1715095"/>
            <a:ext cx="406400" cy="279400"/>
          </a:xfrm>
          <a:custGeom>
            <a:rect b="b" l="l" r="r" t="t"/>
            <a:pathLst>
              <a:path extrusionOk="0" h="279400" w="406400">
                <a:moveTo>
                  <a:pt x="139700" y="0"/>
                </a:moveTo>
                <a:lnTo>
                  <a:pt x="266700" y="0"/>
                </a:lnTo>
                <a:cubicBezTo>
                  <a:pt x="303751" y="0"/>
                  <a:pt x="339284" y="14718"/>
                  <a:pt x="365483" y="40917"/>
                </a:cubicBezTo>
                <a:cubicBezTo>
                  <a:pt x="391682" y="67116"/>
                  <a:pt x="406400" y="102649"/>
                  <a:pt x="406400" y="139700"/>
                </a:cubicBezTo>
                <a:lnTo>
                  <a:pt x="406400" y="139700"/>
                </a:lnTo>
                <a:cubicBezTo>
                  <a:pt x="406400" y="216854"/>
                  <a:pt x="343854" y="279400"/>
                  <a:pt x="266700" y="279400"/>
                </a:cubicBezTo>
                <a:lnTo>
                  <a:pt x="139700" y="279400"/>
                </a:lnTo>
                <a:cubicBezTo>
                  <a:pt x="62546" y="279400"/>
                  <a:pt x="0" y="216854"/>
                  <a:pt x="0" y="139700"/>
                </a:cubicBezTo>
                <a:lnTo>
                  <a:pt x="0" y="139700"/>
                </a:lnTo>
                <a:cubicBezTo>
                  <a:pt x="0" y="62546"/>
                  <a:pt x="62546" y="0"/>
                  <a:pt x="139700" y="0"/>
                </a:cubicBezTo>
                <a:close/>
              </a:path>
            </a:pathLst>
          </a:custGeom>
          <a:solidFill>
            <a:srgbClr val="3A70F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S3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4" name="Google Shape;694;h698aa550adcc4187_3_266"/>
          <p:cNvSpPr/>
          <p:nvPr/>
        </p:nvSpPr>
        <p:spPr>
          <a:xfrm>
            <a:off x="1666950" y="1721450"/>
            <a:ext cx="44727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500"/>
              <a:buFont typeface="Malgun Gothic"/>
              <a:buNone/>
            </a:pPr>
            <a:r>
              <a:rPr b="1" lang="en-US" sz="2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시간 수정, 수정 커서부분 점멸 확인</a:t>
            </a:r>
            <a:endParaRPr b="0" i="0" sz="2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BFF"/>
        </a:solidFill>
      </p:bgPr>
    </p:bg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h698aa550adcc4187_0_28"/>
          <p:cNvSpPr/>
          <p:nvPr/>
        </p:nvSpPr>
        <p:spPr>
          <a:xfrm>
            <a:off x="-75" y="-12"/>
            <a:ext cx="12192000" cy="6858000"/>
          </a:xfrm>
          <a:prstGeom prst="rect">
            <a:avLst/>
          </a:prstGeom>
          <a:gradFill>
            <a:gsLst>
              <a:gs pos="0">
                <a:srgbClr val="E3EBFF"/>
              </a:gs>
              <a:gs pos="100000">
                <a:srgbClr val="F6F9FF"/>
              </a:gs>
            </a:gsLst>
            <a:lin ang="419989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01" name="Google Shape;701;h698aa550adcc4187_0_28"/>
          <p:cNvSpPr txBox="1"/>
          <p:nvPr>
            <p:ph type="title"/>
          </p:nvPr>
        </p:nvSpPr>
        <p:spPr>
          <a:xfrm>
            <a:off x="3177396" y="514070"/>
            <a:ext cx="58371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Malgun Gothic"/>
              <a:buNone/>
            </a:pPr>
            <a:r>
              <a:rPr b="1" lang="en-US" sz="3000">
                <a:latin typeface="Malgun Gothic"/>
                <a:ea typeface="Malgun Gothic"/>
                <a:cs typeface="Malgun Gothic"/>
                <a:sym typeface="Malgun Gothic"/>
              </a:rPr>
              <a:t>시나리오 3 - 시뮬레이션</a:t>
            </a:r>
            <a:endParaRPr sz="3000"/>
          </a:p>
        </p:txBody>
      </p:sp>
      <p:sp>
        <p:nvSpPr>
          <p:cNvPr id="702" name="Google Shape;702;h698aa550adcc4187_0_28"/>
          <p:cNvSpPr/>
          <p:nvPr/>
        </p:nvSpPr>
        <p:spPr>
          <a:xfrm>
            <a:off x="457625" y="606157"/>
            <a:ext cx="406400" cy="279400"/>
          </a:xfrm>
          <a:custGeom>
            <a:rect b="b" l="l" r="r" t="t"/>
            <a:pathLst>
              <a:path extrusionOk="0" h="279400" w="406400">
                <a:moveTo>
                  <a:pt x="139700" y="0"/>
                </a:moveTo>
                <a:lnTo>
                  <a:pt x="266700" y="0"/>
                </a:lnTo>
                <a:cubicBezTo>
                  <a:pt x="303751" y="0"/>
                  <a:pt x="339284" y="14718"/>
                  <a:pt x="365483" y="40917"/>
                </a:cubicBezTo>
                <a:cubicBezTo>
                  <a:pt x="391682" y="67116"/>
                  <a:pt x="406400" y="102649"/>
                  <a:pt x="406400" y="139700"/>
                </a:cubicBezTo>
                <a:lnTo>
                  <a:pt x="406400" y="139700"/>
                </a:lnTo>
                <a:cubicBezTo>
                  <a:pt x="406400" y="216854"/>
                  <a:pt x="343854" y="279400"/>
                  <a:pt x="266700" y="279400"/>
                </a:cubicBezTo>
                <a:lnTo>
                  <a:pt x="139700" y="279400"/>
                </a:lnTo>
                <a:cubicBezTo>
                  <a:pt x="62546" y="279400"/>
                  <a:pt x="0" y="216854"/>
                  <a:pt x="0" y="139700"/>
                </a:cubicBezTo>
                <a:lnTo>
                  <a:pt x="0" y="139700"/>
                </a:lnTo>
                <a:cubicBezTo>
                  <a:pt x="0" y="62546"/>
                  <a:pt x="62546" y="0"/>
                  <a:pt x="139700" y="0"/>
                </a:cubicBezTo>
                <a:close/>
              </a:path>
            </a:pathLst>
          </a:custGeom>
          <a:solidFill>
            <a:srgbClr val="3A70F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S3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03" name="Google Shape;703;h698aa550adcc4187_0_28"/>
          <p:cNvSpPr/>
          <p:nvPr/>
        </p:nvSpPr>
        <p:spPr>
          <a:xfrm>
            <a:off x="965625" y="612507"/>
            <a:ext cx="1763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시간 수정 · 깜빡임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704" name="Google Shape;704;h698aa550adcc4187_0_28"/>
          <p:cNvGrpSpPr/>
          <p:nvPr/>
        </p:nvGrpSpPr>
        <p:grpSpPr>
          <a:xfrm>
            <a:off x="763154" y="1922218"/>
            <a:ext cx="7147402" cy="2176674"/>
            <a:chOff x="748475" y="1148825"/>
            <a:chExt cx="10694900" cy="2562300"/>
          </a:xfrm>
        </p:grpSpPr>
        <p:sp>
          <p:nvSpPr>
            <p:cNvPr id="705" name="Google Shape;705;h698aa550adcc4187_0_28"/>
            <p:cNvSpPr/>
            <p:nvPr/>
          </p:nvSpPr>
          <p:spPr>
            <a:xfrm>
              <a:off x="748475" y="1148825"/>
              <a:ext cx="10566300" cy="2562300"/>
            </a:xfrm>
            <a:prstGeom prst="roundRect">
              <a:avLst>
                <a:gd fmla="val 3418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215788" rotWithShape="0" algn="bl" dir="5400000" dist="64737">
                <a:srgbClr val="3A70FC">
                  <a:alpha val="10196"/>
                </a:srgbClr>
              </a:outerShdw>
            </a:effectLst>
          </p:spPr>
          <p:txBody>
            <a:bodyPr anchorCtr="0" anchor="ctr" bIns="77650" lIns="77650" spcFirstLastPara="1" rIns="77650" wrap="square" tIns="77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9"/>
                <a:buFont typeface="Malgun Gothic"/>
                <a:buNone/>
              </a:pPr>
              <a:r>
                <a:t/>
              </a:r>
              <a:endParaRPr b="0" i="0" sz="1189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6" name="Google Shape;706;h698aa550adcc4187_0_28"/>
            <p:cNvSpPr/>
            <p:nvPr/>
          </p:nvSpPr>
          <p:spPr>
            <a:xfrm>
              <a:off x="926275" y="1217758"/>
              <a:ext cx="10517100" cy="25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7999"/>
                </a:lnSpc>
                <a:spcBef>
                  <a:spcPts val="0"/>
                </a:spcBef>
                <a:spcAft>
                  <a:spcPts val="0"/>
                </a:spcAft>
                <a:buClr>
                  <a:srgbClr val="3A70FC"/>
                </a:buClr>
                <a:buSzPts val="1104"/>
                <a:buFont typeface="Malgun Gothic"/>
                <a:buNone/>
              </a:pPr>
              <a:r>
                <a:rPr b="1" i="0" lang="en-US" sz="1189" u="none" cap="none" strike="noStrike">
                  <a:solidFill>
                    <a:srgbClr val="3A70F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reset -&gt; msec 증가 | sw2 = 1 -&gt; 증가 x</a:t>
              </a:r>
              <a:endParaRPr b="0" i="0" sz="1189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7" name="Google Shape;707;h698aa550adcc4187_0_28"/>
            <p:cNvSpPr/>
            <p:nvPr/>
          </p:nvSpPr>
          <p:spPr>
            <a:xfrm>
              <a:off x="926275" y="1460725"/>
              <a:ext cx="10210800" cy="2157900"/>
            </a:xfrm>
            <a:prstGeom prst="roundRect">
              <a:avLst>
                <a:gd fmla="val 3438" name="adj"/>
              </a:avLst>
            </a:prstGeom>
            <a:solidFill>
              <a:srgbClr val="F6F9FF"/>
            </a:solidFill>
            <a:ln>
              <a:noFill/>
            </a:ln>
          </p:spPr>
          <p:txBody>
            <a:bodyPr anchorCtr="0" anchor="ctr" bIns="77650" lIns="77650" spcFirstLastPara="1" rIns="77650" wrap="square" tIns="77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9"/>
                <a:buFont typeface="Malgun Gothic"/>
                <a:buNone/>
              </a:pPr>
              <a:r>
                <a:t/>
              </a:r>
              <a:endParaRPr b="0" i="0" sz="1189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708" name="Google Shape;708;h698aa550adcc4187_0_28"/>
            <p:cNvPicPr preferRelativeResize="0"/>
            <p:nvPr/>
          </p:nvPicPr>
          <p:blipFill rotWithShape="1">
            <a:blip r:embed="rId3">
              <a:alphaModFix/>
            </a:blip>
            <a:srcRect b="15747" l="0" r="8701" t="0"/>
            <a:stretch/>
          </p:blipFill>
          <p:spPr>
            <a:xfrm>
              <a:off x="1231788" y="1576188"/>
              <a:ext cx="9599775" cy="18666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09" name="Google Shape;709;h698aa550adcc4187_0_28"/>
            <p:cNvGrpSpPr/>
            <p:nvPr/>
          </p:nvGrpSpPr>
          <p:grpSpPr>
            <a:xfrm>
              <a:off x="5694731" y="1926075"/>
              <a:ext cx="5385673" cy="1585075"/>
              <a:chOff x="4845556" y="1589888"/>
              <a:chExt cx="5385673" cy="1585075"/>
            </a:xfrm>
          </p:grpSpPr>
          <p:sp>
            <p:nvSpPr>
              <p:cNvPr id="710" name="Google Shape;710;h698aa550adcc4187_0_28"/>
              <p:cNvSpPr txBox="1"/>
              <p:nvPr/>
            </p:nvSpPr>
            <p:spPr>
              <a:xfrm>
                <a:off x="4845556" y="1589888"/>
                <a:ext cx="1449837" cy="39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7650" lIns="77650" spcFirstLastPara="1" rIns="77650" wrap="square" tIns="77650">
                <a:noAutofit/>
              </a:bodyPr>
              <a:lstStyle/>
              <a:p>
                <a:pPr indent="0" lvl="0" marL="0" marR="0" rtl="0" algn="l">
                  <a:lnSpc>
                    <a:spcPct val="117999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29"/>
                  <a:buFont typeface="Malgun Gothic"/>
                  <a:buNone/>
                </a:pPr>
                <a:r>
                  <a:rPr b="0" i="0" lang="en-US" sz="1529" u="none" cap="none" strike="noStrike">
                    <a:solidFill>
                      <a:schemeClr val="dk1"/>
                    </a:solidFill>
                    <a:highlight>
                      <a:srgbClr val="CFE2F3"/>
                    </a:highlight>
                    <a:latin typeface="Malgun Gothic"/>
                    <a:ea typeface="Malgun Gothic"/>
                    <a:cs typeface="Malgun Gothic"/>
                    <a:sym typeface="Malgun Gothic"/>
                  </a:rPr>
                  <a:t>① </a:t>
                </a:r>
                <a:r>
                  <a:rPr b="0" i="0" lang="en-US" sz="1869" u="none" cap="none" strike="noStrike">
                    <a:solidFill>
                      <a:srgbClr val="141413"/>
                    </a:solidFill>
                    <a:highlight>
                      <a:srgbClr val="CFE2F3"/>
                    </a:highlight>
                    <a:latin typeface="Malgun Gothic"/>
                    <a:ea typeface="Malgun Gothic"/>
                    <a:cs typeface="Malgun Gothic"/>
                    <a:sym typeface="Malgun Gothic"/>
                  </a:rPr>
                  <a:t>reset </a:t>
                </a:r>
                <a:endParaRPr b="0" i="0" sz="1869" u="none" cap="none" strike="noStrike">
                  <a:solidFill>
                    <a:srgbClr val="141413"/>
                  </a:solidFill>
                  <a:highlight>
                    <a:srgbClr val="CFE2F3"/>
                  </a:highlight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cxnSp>
            <p:nvCxnSpPr>
              <p:cNvPr id="711" name="Google Shape;711;h698aa550adcc4187_0_28"/>
              <p:cNvCxnSpPr/>
              <p:nvPr/>
            </p:nvCxnSpPr>
            <p:spPr>
              <a:xfrm>
                <a:off x="5374300" y="2058825"/>
                <a:ext cx="1500" cy="376800"/>
              </a:xfrm>
              <a:prstGeom prst="straightConnector1">
                <a:avLst/>
              </a:prstGeom>
              <a:noFill/>
              <a:ln cap="flat" cmpd="sng" w="32375">
                <a:solidFill>
                  <a:srgbClr val="CFE2F3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sp>
            <p:nvSpPr>
              <p:cNvPr id="712" name="Google Shape;712;h698aa550adcc4187_0_28"/>
              <p:cNvSpPr txBox="1"/>
              <p:nvPr/>
            </p:nvSpPr>
            <p:spPr>
              <a:xfrm>
                <a:off x="7720449" y="2195688"/>
                <a:ext cx="2510780" cy="39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7650" lIns="77650" spcFirstLastPara="1" rIns="77650" wrap="square" tIns="77650">
                <a:noAutofit/>
              </a:bodyPr>
              <a:lstStyle/>
              <a:p>
                <a:pPr indent="0" lvl="0" marL="0" marR="0" rtl="0" algn="l">
                  <a:lnSpc>
                    <a:spcPct val="117999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29"/>
                  <a:buFont typeface="Malgun Gothic"/>
                  <a:buNone/>
                </a:pPr>
                <a:r>
                  <a:rPr b="0" i="0" lang="en-US" sz="1529" u="none" cap="none" strike="noStrike">
                    <a:solidFill>
                      <a:schemeClr val="dk1"/>
                    </a:solidFill>
                    <a:highlight>
                      <a:srgbClr val="CFE2F3"/>
                    </a:highlight>
                    <a:latin typeface="Malgun Gothic"/>
                    <a:ea typeface="Malgun Gothic"/>
                    <a:cs typeface="Malgun Gothic"/>
                    <a:sym typeface="Malgun Gothic"/>
                  </a:rPr>
                  <a:t>② </a:t>
                </a:r>
                <a:r>
                  <a:rPr b="0" i="0" lang="en-US" sz="1869" u="none" cap="none" strike="noStrike">
                    <a:solidFill>
                      <a:srgbClr val="141413"/>
                    </a:solidFill>
                    <a:highlight>
                      <a:srgbClr val="CFE2F3"/>
                    </a:highlight>
                    <a:latin typeface="Malgun Gothic"/>
                    <a:ea typeface="Malgun Gothic"/>
                    <a:cs typeface="Malgun Gothic"/>
                    <a:sym typeface="Malgun Gothic"/>
                  </a:rPr>
                  <a:t>수정모드 on</a:t>
                </a:r>
                <a:endParaRPr b="0" i="0" sz="1869" u="none" cap="none" strike="noStrike">
                  <a:solidFill>
                    <a:srgbClr val="141413"/>
                  </a:solidFill>
                  <a:highlight>
                    <a:srgbClr val="CFE2F3"/>
                  </a:highlight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13" name="Google Shape;713;h698aa550adcc4187_0_28"/>
              <p:cNvSpPr txBox="1"/>
              <p:nvPr/>
            </p:nvSpPr>
            <p:spPr>
              <a:xfrm>
                <a:off x="8269261" y="2781063"/>
                <a:ext cx="1602000" cy="39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7650" lIns="77650" spcFirstLastPara="1" rIns="77650" wrap="square" tIns="77650">
                <a:noAutofit/>
              </a:bodyPr>
              <a:lstStyle/>
              <a:p>
                <a:pPr indent="0" lvl="0" marL="0" marR="0" rtl="0" algn="l">
                  <a:lnSpc>
                    <a:spcPct val="117999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9"/>
                  <a:buFont typeface="Malgun Gothic"/>
                  <a:buNone/>
                </a:pPr>
                <a:r>
                  <a:rPr b="0" i="0" lang="en-US" sz="1869" u="none" cap="none" strike="noStrike">
                    <a:solidFill>
                      <a:srgbClr val="141413"/>
                    </a:solidFill>
                    <a:highlight>
                      <a:srgbClr val="CFE2F3"/>
                    </a:highlight>
                    <a:latin typeface="Malgun Gothic"/>
                    <a:ea typeface="Malgun Gothic"/>
                    <a:cs typeface="Malgun Gothic"/>
                    <a:sym typeface="Malgun Gothic"/>
                  </a:rPr>
                  <a:t>증가 x</a:t>
                </a:r>
                <a:endParaRPr b="0" i="0" sz="1869" u="none" cap="none" strike="noStrike">
                  <a:solidFill>
                    <a:srgbClr val="141413"/>
                  </a:solidFill>
                  <a:highlight>
                    <a:srgbClr val="CFE2F3"/>
                  </a:highlight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cxnSp>
            <p:nvCxnSpPr>
              <p:cNvPr id="714" name="Google Shape;714;h698aa550adcc4187_0_28"/>
              <p:cNvCxnSpPr/>
              <p:nvPr/>
            </p:nvCxnSpPr>
            <p:spPr>
              <a:xfrm>
                <a:off x="8843950" y="2589600"/>
                <a:ext cx="7500" cy="270000"/>
              </a:xfrm>
              <a:prstGeom prst="straightConnector1">
                <a:avLst/>
              </a:prstGeom>
              <a:noFill/>
              <a:ln cap="flat" cmpd="sng" w="16200">
                <a:solidFill>
                  <a:srgbClr val="CFE2F3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sp>
          <p:nvSpPr>
            <p:cNvPr id="715" name="Google Shape;715;h698aa550adcc4187_0_28"/>
            <p:cNvSpPr txBox="1"/>
            <p:nvPr/>
          </p:nvSpPr>
          <p:spPr>
            <a:xfrm>
              <a:off x="5345742" y="2771800"/>
              <a:ext cx="1955100" cy="39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7650" lIns="77650" spcFirstLastPara="1" rIns="77650" wrap="square" tIns="77650">
              <a:noAutofit/>
            </a:bodyPr>
            <a:lstStyle/>
            <a:p>
              <a:pPr indent="0" lvl="0" marL="0" marR="0" rtl="0" algn="l">
                <a:lnSpc>
                  <a:spcPct val="1179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9"/>
                <a:buFont typeface="Malgun Gothic"/>
                <a:buNone/>
              </a:pPr>
              <a:r>
                <a:rPr b="0" i="0" lang="en-US" sz="1869" u="none" cap="none" strike="noStrike">
                  <a:solidFill>
                    <a:srgbClr val="141413"/>
                  </a:solidFill>
                  <a:highlight>
                    <a:srgbClr val="CFE2F3"/>
                  </a:highlight>
                  <a:latin typeface="Malgun Gothic"/>
                  <a:ea typeface="Malgun Gothic"/>
                  <a:cs typeface="Malgun Gothic"/>
                  <a:sym typeface="Malgun Gothic"/>
                </a:rPr>
                <a:t>msec 증가</a:t>
              </a:r>
              <a:endParaRPr b="0" i="0" sz="1869" u="none" cap="none" strike="noStrike">
                <a:solidFill>
                  <a:srgbClr val="141413"/>
                </a:solidFill>
                <a:highlight>
                  <a:srgbClr val="CFE2F3"/>
                </a:highlight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716" name="Google Shape;716;h698aa550adcc4187_0_28"/>
          <p:cNvGrpSpPr/>
          <p:nvPr/>
        </p:nvGrpSpPr>
        <p:grpSpPr>
          <a:xfrm>
            <a:off x="763192" y="4139865"/>
            <a:ext cx="7241241" cy="2408009"/>
            <a:chOff x="-489974" y="4113350"/>
            <a:chExt cx="7296696" cy="2558174"/>
          </a:xfrm>
        </p:grpSpPr>
        <p:grpSp>
          <p:nvGrpSpPr>
            <p:cNvPr id="717" name="Google Shape;717;h698aa550adcc4187_0_28"/>
            <p:cNvGrpSpPr/>
            <p:nvPr/>
          </p:nvGrpSpPr>
          <p:grpSpPr>
            <a:xfrm>
              <a:off x="-489974" y="4113350"/>
              <a:ext cx="7296696" cy="2558174"/>
              <a:chOff x="457625" y="3789364"/>
              <a:chExt cx="8400525" cy="2945170"/>
            </a:xfrm>
          </p:grpSpPr>
          <p:grpSp>
            <p:nvGrpSpPr>
              <p:cNvPr id="718" name="Google Shape;718;h698aa550adcc4187_0_28"/>
              <p:cNvGrpSpPr/>
              <p:nvPr/>
            </p:nvGrpSpPr>
            <p:grpSpPr>
              <a:xfrm>
                <a:off x="457625" y="3863220"/>
                <a:ext cx="8278922" cy="2871313"/>
                <a:chOff x="748475" y="1148825"/>
                <a:chExt cx="10694900" cy="2562300"/>
              </a:xfrm>
            </p:grpSpPr>
            <p:sp>
              <p:nvSpPr>
                <p:cNvPr id="719" name="Google Shape;719;h698aa550adcc4187_0_28"/>
                <p:cNvSpPr/>
                <p:nvPr/>
              </p:nvSpPr>
              <p:spPr>
                <a:xfrm>
                  <a:off x="748475" y="1148825"/>
                  <a:ext cx="10566300" cy="2562300"/>
                </a:xfrm>
                <a:prstGeom prst="roundRect">
                  <a:avLst>
                    <a:gd fmla="val 3418" name="adj"/>
                  </a:avLst>
                </a:prstGeom>
                <a:solidFill>
                  <a:srgbClr val="FFFFFF"/>
                </a:solidFill>
                <a:ln>
                  <a:noFill/>
                </a:ln>
                <a:effectLst>
                  <a:outerShdw blurRad="207669" rotWithShape="0" algn="bl" dir="5400000" dist="62301">
                    <a:srgbClr val="3A70FC">
                      <a:alpha val="10196"/>
                    </a:srgbClr>
                  </a:outerShdw>
                </a:effectLst>
              </p:spPr>
              <p:txBody>
                <a:bodyPr anchorCtr="0" anchor="ctr" bIns="74725" lIns="74725" spcFirstLastPara="1" rIns="74725" wrap="square" tIns="747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45"/>
                    <a:buFont typeface="Malgun Gothic"/>
                    <a:buNone/>
                  </a:pPr>
                  <a:r>
                    <a:t/>
                  </a:r>
                  <a:endParaRPr b="0" i="0" sz="1145" u="none" cap="none" strike="noStrik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720" name="Google Shape;720;h698aa550adcc4187_0_28"/>
                <p:cNvSpPr/>
                <p:nvPr/>
              </p:nvSpPr>
              <p:spPr>
                <a:xfrm>
                  <a:off x="926275" y="1217758"/>
                  <a:ext cx="10517100" cy="256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17999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A70FC"/>
                    </a:buClr>
                    <a:buSzPts val="1063"/>
                    <a:buFont typeface="Malgun Gothic"/>
                    <a:buNone/>
                  </a:pPr>
                  <a:r>
                    <a:rPr b="1" i="0" lang="en-US" sz="1145" u="none" cap="none" strike="noStrike">
                      <a:solidFill>
                        <a:srgbClr val="3A70FC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수정 위치 변경, 수정</a:t>
                  </a:r>
                  <a:endParaRPr b="0" i="0" sz="1145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721" name="Google Shape;721;h698aa550adcc4187_0_28"/>
                <p:cNvSpPr/>
                <p:nvPr/>
              </p:nvSpPr>
              <p:spPr>
                <a:xfrm>
                  <a:off x="926275" y="1460725"/>
                  <a:ext cx="10210800" cy="2157900"/>
                </a:xfrm>
                <a:prstGeom prst="roundRect">
                  <a:avLst>
                    <a:gd fmla="val 3438" name="adj"/>
                  </a:avLst>
                </a:prstGeom>
                <a:solidFill>
                  <a:srgbClr val="F6F9FF"/>
                </a:solidFill>
                <a:ln>
                  <a:noFill/>
                </a:ln>
              </p:spPr>
              <p:txBody>
                <a:bodyPr anchorCtr="0" anchor="ctr" bIns="74725" lIns="74725" spcFirstLastPara="1" rIns="74725" wrap="square" tIns="747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45"/>
                    <a:buFont typeface="Malgun Gothic"/>
                    <a:buNone/>
                  </a:pPr>
                  <a:r>
                    <a:t/>
                  </a:r>
                  <a:endParaRPr b="0" i="0" sz="1145" u="none" cap="none" strike="noStrik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grpSp>
            <p:nvGrpSpPr>
              <p:cNvPr id="722" name="Google Shape;722;h698aa550adcc4187_0_28"/>
              <p:cNvGrpSpPr/>
              <p:nvPr/>
            </p:nvGrpSpPr>
            <p:grpSpPr>
              <a:xfrm>
                <a:off x="2880270" y="3789364"/>
                <a:ext cx="5977880" cy="2918402"/>
                <a:chOff x="5450970" y="3095053"/>
                <a:chExt cx="5977880" cy="3557725"/>
              </a:xfrm>
            </p:grpSpPr>
            <p:pic>
              <p:nvPicPr>
                <p:cNvPr id="723" name="Google Shape;723;h698aa550adcc4187_0_2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39401" r="0" t="0"/>
                <a:stretch/>
              </p:blipFill>
              <p:spPr>
                <a:xfrm>
                  <a:off x="5450970" y="3663212"/>
                  <a:ext cx="5534075" cy="265366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724" name="Google Shape;724;h698aa550adcc4187_0_28"/>
                <p:cNvSpPr txBox="1"/>
                <p:nvPr/>
              </p:nvSpPr>
              <p:spPr>
                <a:xfrm>
                  <a:off x="8908700" y="4347702"/>
                  <a:ext cx="2249100" cy="558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74725" lIns="74725" spcFirstLastPara="1" rIns="74725" wrap="square" tIns="74725">
                  <a:noAutofit/>
                </a:bodyPr>
                <a:lstStyle/>
                <a:p>
                  <a:pPr indent="0" lvl="0" marL="0" marR="0" rtl="0" algn="l">
                    <a:lnSpc>
                      <a:spcPct val="117999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799"/>
                    <a:buFont typeface="Malgun Gothic"/>
                    <a:buNone/>
                  </a:pPr>
                  <a:r>
                    <a:rPr b="0" i="0" lang="en-US" sz="1799" u="none" cap="none" strike="noStrike">
                      <a:solidFill>
                        <a:srgbClr val="141413"/>
                      </a:solidFill>
                      <a:highlight>
                        <a:srgbClr val="FFF2CC"/>
                      </a:highlight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수정 위치 변경</a:t>
                  </a:r>
                  <a:endParaRPr b="0" i="0" sz="1799" u="none" cap="none" strike="noStrike">
                    <a:solidFill>
                      <a:srgbClr val="141413"/>
                    </a:solidFill>
                    <a:highlight>
                      <a:srgbClr val="FFF2CC"/>
                    </a:highlight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cxnSp>
              <p:nvCxnSpPr>
                <p:cNvPr id="725" name="Google Shape;725;h698aa550adcc4187_0_28"/>
                <p:cNvCxnSpPr>
                  <a:endCxn id="724" idx="1"/>
                </p:cNvCxnSpPr>
                <p:nvPr/>
              </p:nvCxnSpPr>
              <p:spPr>
                <a:xfrm>
                  <a:off x="8543000" y="4489152"/>
                  <a:ext cx="365700" cy="138000"/>
                </a:xfrm>
                <a:prstGeom prst="straightConnector1">
                  <a:avLst/>
                </a:prstGeom>
                <a:noFill/>
                <a:ln cap="flat" cmpd="sng" w="31150">
                  <a:solidFill>
                    <a:srgbClr val="FFF2CC"/>
                  </a:solidFill>
                  <a:prstDash val="solid"/>
                  <a:round/>
                  <a:headEnd len="sm" w="sm" type="none"/>
                  <a:tailEnd len="med" w="med" type="triangle"/>
                </a:ln>
              </p:spPr>
            </p:cxnSp>
            <p:sp>
              <p:nvSpPr>
                <p:cNvPr id="726" name="Google Shape;726;h698aa550adcc4187_0_28"/>
                <p:cNvSpPr txBox="1"/>
                <p:nvPr/>
              </p:nvSpPr>
              <p:spPr>
                <a:xfrm>
                  <a:off x="10110650" y="5534807"/>
                  <a:ext cx="1318200" cy="558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74725" lIns="74725" spcFirstLastPara="1" rIns="74725" wrap="square" tIns="74725">
                  <a:noAutofit/>
                </a:bodyPr>
                <a:lstStyle/>
                <a:p>
                  <a:pPr indent="0" lvl="0" marL="0" marR="0" rtl="0" algn="l">
                    <a:lnSpc>
                      <a:spcPct val="117999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962"/>
                    <a:buFont typeface="Malgun Gothic"/>
                    <a:buNone/>
                  </a:pPr>
                  <a:r>
                    <a:rPr b="0" i="0" lang="en-US" sz="1962" u="none" cap="none" strike="noStrike">
                      <a:solidFill>
                        <a:srgbClr val="141413"/>
                      </a:solidFill>
                      <a:highlight>
                        <a:srgbClr val="FFF2CC"/>
                      </a:highlight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up x 2</a:t>
                  </a:r>
                  <a:endParaRPr b="0" i="0" sz="1962" u="none" cap="none" strike="noStrike">
                    <a:solidFill>
                      <a:srgbClr val="141413"/>
                    </a:solidFill>
                    <a:highlight>
                      <a:srgbClr val="FFF2CC"/>
                    </a:highlight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pic>
              <p:nvPicPr>
                <p:cNvPr id="727" name="Google Shape;727;h698aa550adcc4187_0_28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10110650" y="3101503"/>
                  <a:ext cx="11239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728" name="Google Shape;728;h698aa550adcc4187_0_28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10110650" y="3719403"/>
                  <a:ext cx="11239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729" name="Google Shape;729;h698aa550adcc4187_0_28"/>
                <p:cNvSpPr/>
                <p:nvPr/>
              </p:nvSpPr>
              <p:spPr>
                <a:xfrm>
                  <a:off x="10956900" y="3095053"/>
                  <a:ext cx="240600" cy="393900"/>
                </a:xfrm>
                <a:prstGeom prst="rect">
                  <a:avLst/>
                </a:prstGeom>
                <a:noFill/>
                <a:ln cap="flat" cmpd="sng" w="31150">
                  <a:solidFill>
                    <a:srgbClr val="E066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74725" lIns="74725" spcFirstLastPara="1" rIns="74725" wrap="square" tIns="747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45"/>
                    <a:buFont typeface="Malgun Gothic"/>
                    <a:buNone/>
                  </a:pPr>
                  <a:r>
                    <a:t/>
                  </a:r>
                  <a:endParaRPr b="0" i="0" sz="1145" u="none" cap="none" strike="noStrik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730" name="Google Shape;730;h698aa550adcc4187_0_28"/>
                <p:cNvSpPr/>
                <p:nvPr/>
              </p:nvSpPr>
              <p:spPr>
                <a:xfrm>
                  <a:off x="10170200" y="3712953"/>
                  <a:ext cx="240600" cy="393900"/>
                </a:xfrm>
                <a:prstGeom prst="rect">
                  <a:avLst/>
                </a:prstGeom>
                <a:noFill/>
                <a:ln cap="flat" cmpd="sng" w="31150">
                  <a:solidFill>
                    <a:srgbClr val="E066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74725" lIns="74725" spcFirstLastPara="1" rIns="74725" wrap="square" tIns="747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45"/>
                    <a:buFont typeface="Malgun Gothic"/>
                    <a:buNone/>
                  </a:pPr>
                  <a:r>
                    <a:t/>
                  </a:r>
                  <a:endParaRPr b="0" i="0" sz="1145" u="none" cap="none" strike="noStrik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cxnSp>
              <p:nvCxnSpPr>
                <p:cNvPr id="731" name="Google Shape;731;h698aa550adcc4187_0_28"/>
                <p:cNvCxnSpPr>
                  <a:stCxn id="727" idx="2"/>
                  <a:endCxn id="728" idx="0"/>
                </p:cNvCxnSpPr>
                <p:nvPr/>
              </p:nvCxnSpPr>
              <p:spPr>
                <a:xfrm>
                  <a:off x="10672625" y="3482503"/>
                  <a:ext cx="0" cy="237000"/>
                </a:xfrm>
                <a:prstGeom prst="straightConnector1">
                  <a:avLst/>
                </a:prstGeom>
                <a:noFill/>
                <a:ln cap="flat" cmpd="sng" w="15575">
                  <a:solidFill>
                    <a:srgbClr val="E06666"/>
                  </a:solidFill>
                  <a:prstDash val="solid"/>
                  <a:round/>
                  <a:headEnd len="sm" w="sm" type="none"/>
                  <a:tailEnd len="med" w="med" type="triangle"/>
                </a:ln>
              </p:spPr>
            </p:cxnSp>
            <p:grpSp>
              <p:nvGrpSpPr>
                <p:cNvPr id="732" name="Google Shape;732;h698aa550adcc4187_0_28"/>
                <p:cNvGrpSpPr/>
                <p:nvPr/>
              </p:nvGrpSpPr>
              <p:grpSpPr>
                <a:xfrm>
                  <a:off x="7094763" y="6015370"/>
                  <a:ext cx="2604517" cy="637408"/>
                  <a:chOff x="6706388" y="6067114"/>
                  <a:chExt cx="2604517" cy="637408"/>
                </a:xfrm>
              </p:grpSpPr>
              <p:sp>
                <p:nvSpPr>
                  <p:cNvPr id="733" name="Google Shape;733;h698aa550adcc4187_0_28"/>
                  <p:cNvSpPr/>
                  <p:nvPr/>
                </p:nvSpPr>
                <p:spPr>
                  <a:xfrm>
                    <a:off x="6706400" y="6145622"/>
                    <a:ext cx="2527500" cy="558900"/>
                  </a:xfrm>
                  <a:prstGeom prst="rect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74725" lIns="74725" spcFirstLastPara="1" rIns="74725" wrap="square" tIns="747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145"/>
                      <a:buFont typeface="Malgun Gothic"/>
                      <a:buNone/>
                    </a:pPr>
                    <a:r>
                      <a:t/>
                    </a:r>
                    <a:endParaRPr b="0" i="0" sz="1145" u="none" cap="none" strike="noStrik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grpSp>
                <p:nvGrpSpPr>
                  <p:cNvPr id="734" name="Google Shape;734;h698aa550adcc4187_0_28"/>
                  <p:cNvGrpSpPr/>
                  <p:nvPr/>
                </p:nvGrpSpPr>
                <p:grpSpPr>
                  <a:xfrm>
                    <a:off x="6706388" y="6067114"/>
                    <a:ext cx="2604517" cy="558900"/>
                    <a:chOff x="6706388" y="6067114"/>
                    <a:chExt cx="2604517" cy="558900"/>
                  </a:xfrm>
                </p:grpSpPr>
                <p:sp>
                  <p:nvSpPr>
                    <p:cNvPr id="735" name="Google Shape;735;h698aa550adcc4187_0_28"/>
                    <p:cNvSpPr txBox="1"/>
                    <p:nvPr/>
                  </p:nvSpPr>
                  <p:spPr>
                    <a:xfrm>
                      <a:off x="6706388" y="6067114"/>
                      <a:ext cx="538500" cy="5589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74725" lIns="74725" spcFirstLastPara="1" rIns="74725" wrap="square" tIns="747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35"/>
                        <a:buFont typeface="Malgun Gothic"/>
                        <a:buNone/>
                      </a:pPr>
                      <a:r>
                        <a:rPr b="0" i="0" lang="en-US" sz="1635" u="none" cap="none" strike="noStrike">
                          <a:solidFill>
                            <a:srgbClr val="141413"/>
                          </a:solidFill>
                          <a:highlight>
                            <a:srgbClr val="FFF2CC"/>
                          </a:highlight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12</a:t>
                      </a:r>
                      <a:endParaRPr b="0" i="0" sz="1635" u="none" cap="none" strike="noStrike">
                        <a:solidFill>
                          <a:srgbClr val="141413"/>
                        </a:solidFill>
                        <a:highlight>
                          <a:srgbClr val="FFF2CC"/>
                        </a:highlight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p:txBody>
                </p:sp>
                <p:sp>
                  <p:nvSpPr>
                    <p:cNvPr id="736" name="Google Shape;736;h698aa550adcc4187_0_28"/>
                    <p:cNvSpPr txBox="1"/>
                    <p:nvPr/>
                  </p:nvSpPr>
                  <p:spPr>
                    <a:xfrm>
                      <a:off x="7689446" y="6067114"/>
                      <a:ext cx="556800" cy="5589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74725" lIns="74725" spcFirstLastPara="1" rIns="74725" wrap="square" tIns="747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35"/>
                        <a:buFont typeface="Malgun Gothic"/>
                        <a:buNone/>
                      </a:pPr>
                      <a:r>
                        <a:rPr b="0" i="0" lang="en-US" sz="1635" u="none" cap="none" strike="noStrike">
                          <a:solidFill>
                            <a:srgbClr val="141413"/>
                          </a:solidFill>
                          <a:highlight>
                            <a:srgbClr val="FFF2CC"/>
                          </a:highlight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22</a:t>
                      </a:r>
                      <a:endParaRPr b="0" i="0" sz="1635" u="none" cap="none" strike="noStrike">
                        <a:solidFill>
                          <a:srgbClr val="141413"/>
                        </a:solidFill>
                        <a:highlight>
                          <a:srgbClr val="FFF2CC"/>
                        </a:highlight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p:txBody>
                </p:sp>
                <p:sp>
                  <p:nvSpPr>
                    <p:cNvPr id="737" name="Google Shape;737;h698aa550adcc4187_0_28"/>
                    <p:cNvSpPr txBox="1"/>
                    <p:nvPr/>
                  </p:nvSpPr>
                  <p:spPr>
                    <a:xfrm>
                      <a:off x="8672505" y="6067114"/>
                      <a:ext cx="638400" cy="5589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74725" lIns="74725" spcFirstLastPara="1" rIns="74725" wrap="square" tIns="74725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17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35"/>
                        <a:buFont typeface="Malgun Gothic"/>
                        <a:buNone/>
                      </a:pPr>
                      <a:r>
                        <a:rPr b="0" i="0" lang="en-US" sz="1635" u="none" cap="none" strike="noStrike">
                          <a:solidFill>
                            <a:srgbClr val="141413"/>
                          </a:solidFill>
                          <a:highlight>
                            <a:srgbClr val="FFF2CC"/>
                          </a:highlight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02</a:t>
                      </a:r>
                      <a:endParaRPr b="0" i="0" sz="1635" u="none" cap="none" strike="noStrike">
                        <a:solidFill>
                          <a:srgbClr val="141413"/>
                        </a:solidFill>
                        <a:highlight>
                          <a:srgbClr val="FFF2CC"/>
                        </a:highlight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p:txBody>
                </p:sp>
                <p:cxnSp>
                  <p:nvCxnSpPr>
                    <p:cNvPr id="738" name="Google Shape;738;h698aa550adcc4187_0_28"/>
                    <p:cNvCxnSpPr>
                      <a:stCxn id="735" idx="3"/>
                      <a:endCxn id="736" idx="1"/>
                    </p:cNvCxnSpPr>
                    <p:nvPr/>
                  </p:nvCxnSpPr>
                  <p:spPr>
                    <a:xfrm>
                      <a:off x="7244888" y="6346564"/>
                      <a:ext cx="444600" cy="0"/>
                    </a:xfrm>
                    <a:prstGeom prst="straightConnector1">
                      <a:avLst/>
                    </a:prstGeom>
                    <a:noFill/>
                    <a:ln cap="flat" cmpd="sng" w="31150">
                      <a:solidFill>
                        <a:srgbClr val="FFF2CC"/>
                      </a:solidFill>
                      <a:prstDash val="solid"/>
                      <a:round/>
                      <a:headEnd len="sm" w="sm" type="none"/>
                      <a:tailEnd len="med" w="med" type="triangle"/>
                    </a:ln>
                  </p:spPr>
                </p:cxnSp>
                <p:cxnSp>
                  <p:nvCxnSpPr>
                    <p:cNvPr id="739" name="Google Shape;739;h698aa550adcc4187_0_28"/>
                    <p:cNvCxnSpPr>
                      <a:stCxn id="736" idx="3"/>
                      <a:endCxn id="737" idx="1"/>
                    </p:cNvCxnSpPr>
                    <p:nvPr/>
                  </p:nvCxnSpPr>
                  <p:spPr>
                    <a:xfrm>
                      <a:off x="8246246" y="6346564"/>
                      <a:ext cx="426300" cy="0"/>
                    </a:xfrm>
                    <a:prstGeom prst="straightConnector1">
                      <a:avLst/>
                    </a:prstGeom>
                    <a:noFill/>
                    <a:ln cap="flat" cmpd="sng" w="31150">
                      <a:solidFill>
                        <a:srgbClr val="FFF2CC"/>
                      </a:solidFill>
                      <a:prstDash val="solid"/>
                      <a:round/>
                      <a:headEnd len="sm" w="sm" type="none"/>
                      <a:tailEnd len="med" w="med" type="triangle"/>
                    </a:ln>
                  </p:spPr>
                </p:cxnSp>
              </p:grpSp>
            </p:grpSp>
            <p:sp>
              <p:nvSpPr>
                <p:cNvPr id="740" name="Google Shape;740;h698aa550adcc4187_0_28"/>
                <p:cNvSpPr txBox="1"/>
                <p:nvPr/>
              </p:nvSpPr>
              <p:spPr>
                <a:xfrm>
                  <a:off x="6139875" y="3884899"/>
                  <a:ext cx="1232100" cy="558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74725" lIns="74725" spcFirstLastPara="1" rIns="74725" wrap="square" tIns="74725">
                  <a:noAutofit/>
                </a:bodyPr>
                <a:lstStyle/>
                <a:p>
                  <a:pPr indent="0" lvl="0" marL="0" marR="0" rtl="0" algn="l">
                    <a:lnSpc>
                      <a:spcPct val="117999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799"/>
                    <a:buFont typeface="Malgun Gothic"/>
                    <a:buNone/>
                  </a:pPr>
                  <a:r>
                    <a:rPr b="0" i="0" lang="en-US" sz="1799" u="none" cap="none" strike="noStrike">
                      <a:solidFill>
                        <a:schemeClr val="dk1"/>
                      </a:solidFill>
                      <a:highlight>
                        <a:srgbClr val="FFF2CC"/>
                      </a:highlight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①</a:t>
                  </a:r>
                  <a:r>
                    <a:rPr b="0" i="0" lang="en-US" sz="1799" u="none" cap="none" strike="noStrike">
                      <a:solidFill>
                        <a:srgbClr val="141413"/>
                      </a:solidFill>
                      <a:highlight>
                        <a:srgbClr val="FFF2CC"/>
                      </a:highlight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b</a:t>
                  </a:r>
                  <a:r>
                    <a:rPr b="0" i="0" lang="en-US" sz="1962" u="none" cap="none" strike="noStrike">
                      <a:solidFill>
                        <a:srgbClr val="141413"/>
                      </a:solidFill>
                      <a:highlight>
                        <a:srgbClr val="FFF2CC"/>
                      </a:highlight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tnR</a:t>
                  </a:r>
                  <a:endParaRPr b="0" i="0" sz="1962" u="none" cap="none" strike="noStrike">
                    <a:solidFill>
                      <a:srgbClr val="141413"/>
                    </a:solidFill>
                    <a:highlight>
                      <a:srgbClr val="FFF2CC"/>
                    </a:highlight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cxnSp>
              <p:nvCxnSpPr>
                <p:cNvPr id="741" name="Google Shape;741;h698aa550adcc4187_0_28"/>
                <p:cNvCxnSpPr/>
                <p:nvPr/>
              </p:nvCxnSpPr>
              <p:spPr>
                <a:xfrm>
                  <a:off x="7158625" y="4235007"/>
                  <a:ext cx="500100" cy="208800"/>
                </a:xfrm>
                <a:prstGeom prst="straightConnector1">
                  <a:avLst/>
                </a:prstGeom>
                <a:noFill/>
                <a:ln cap="flat" cmpd="sng" w="31150">
                  <a:solidFill>
                    <a:srgbClr val="FFF2CC"/>
                  </a:solidFill>
                  <a:prstDash val="solid"/>
                  <a:round/>
                  <a:headEnd len="sm" w="sm" type="none"/>
                  <a:tailEnd len="med" w="med" type="triangle"/>
                </a:ln>
              </p:spPr>
            </p:cxnSp>
            <p:sp>
              <p:nvSpPr>
                <p:cNvPr id="742" name="Google Shape;742;h698aa550adcc4187_0_28"/>
                <p:cNvSpPr txBox="1"/>
                <p:nvPr/>
              </p:nvSpPr>
              <p:spPr>
                <a:xfrm>
                  <a:off x="6301088" y="5103547"/>
                  <a:ext cx="1804800" cy="558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74725" lIns="74725" spcFirstLastPara="1" rIns="74725" wrap="square" tIns="74725">
                  <a:noAutofit/>
                </a:bodyPr>
                <a:lstStyle/>
                <a:p>
                  <a:pPr indent="0" lvl="0" marL="0" marR="0" rtl="0" algn="l">
                    <a:lnSpc>
                      <a:spcPct val="117999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799"/>
                    <a:buFont typeface="Malgun Gothic"/>
                    <a:buNone/>
                  </a:pPr>
                  <a:r>
                    <a:rPr b="0" i="0" lang="en-US" sz="1799" u="none" cap="none" strike="noStrike">
                      <a:solidFill>
                        <a:schemeClr val="dk1"/>
                      </a:solidFill>
                      <a:highlight>
                        <a:srgbClr val="FFF2CC"/>
                      </a:highlight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②</a:t>
                  </a:r>
                  <a:r>
                    <a:rPr b="0" i="0" lang="en-US" sz="1799" u="none" cap="none" strike="noStrike">
                      <a:solidFill>
                        <a:srgbClr val="141413"/>
                      </a:solidFill>
                      <a:highlight>
                        <a:srgbClr val="FFF2CC"/>
                      </a:highlight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b</a:t>
                  </a:r>
                  <a:r>
                    <a:rPr b="0" i="0" lang="en-US" sz="1962" u="none" cap="none" strike="noStrike">
                      <a:solidFill>
                        <a:srgbClr val="141413"/>
                      </a:solidFill>
                      <a:highlight>
                        <a:srgbClr val="FFF2CC"/>
                      </a:highlight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tnU x 2</a:t>
                  </a:r>
                  <a:endParaRPr b="0" i="0" sz="1962" u="none" cap="none" strike="noStrike">
                    <a:solidFill>
                      <a:srgbClr val="141413"/>
                    </a:solidFill>
                    <a:highlight>
                      <a:srgbClr val="FFF2CC"/>
                    </a:highlight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cxnSp>
              <p:nvCxnSpPr>
                <p:cNvPr id="743" name="Google Shape;743;h698aa550adcc4187_0_28"/>
                <p:cNvCxnSpPr/>
                <p:nvPr/>
              </p:nvCxnSpPr>
              <p:spPr>
                <a:xfrm>
                  <a:off x="7936388" y="5453510"/>
                  <a:ext cx="469200" cy="81300"/>
                </a:xfrm>
                <a:prstGeom prst="straightConnector1">
                  <a:avLst/>
                </a:prstGeom>
                <a:noFill/>
                <a:ln cap="flat" cmpd="sng" w="31150">
                  <a:solidFill>
                    <a:srgbClr val="FFF2CC"/>
                  </a:solidFill>
                  <a:prstDash val="solid"/>
                  <a:round/>
                  <a:headEnd len="sm" w="sm" type="none"/>
                  <a:tailEnd len="med" w="med" type="triangle"/>
                </a:ln>
              </p:spPr>
            </p:cxnSp>
            <p:cxnSp>
              <p:nvCxnSpPr>
                <p:cNvPr id="744" name="Google Shape;744;h698aa550adcc4187_0_28"/>
                <p:cNvCxnSpPr/>
                <p:nvPr/>
              </p:nvCxnSpPr>
              <p:spPr>
                <a:xfrm>
                  <a:off x="9701000" y="5626146"/>
                  <a:ext cx="469200" cy="81300"/>
                </a:xfrm>
                <a:prstGeom prst="straightConnector1">
                  <a:avLst/>
                </a:prstGeom>
                <a:noFill/>
                <a:ln cap="flat" cmpd="sng" w="31150">
                  <a:solidFill>
                    <a:srgbClr val="FFF2CC"/>
                  </a:solidFill>
                  <a:prstDash val="solid"/>
                  <a:round/>
                  <a:headEnd len="sm" w="sm" type="none"/>
                  <a:tailEnd len="med" w="med" type="triangle"/>
                </a:ln>
              </p:spPr>
            </p:cxnSp>
            <p:cxnSp>
              <p:nvCxnSpPr>
                <p:cNvPr id="745" name="Google Shape;745;h698aa550adcc4187_0_28"/>
                <p:cNvCxnSpPr/>
                <p:nvPr/>
              </p:nvCxnSpPr>
              <p:spPr>
                <a:xfrm flipH="1">
                  <a:off x="9675800" y="6048018"/>
                  <a:ext cx="519600" cy="327000"/>
                </a:xfrm>
                <a:prstGeom prst="straightConnector1">
                  <a:avLst/>
                </a:prstGeom>
                <a:noFill/>
                <a:ln cap="flat" cmpd="sng" w="31150">
                  <a:solidFill>
                    <a:srgbClr val="FFF2CC"/>
                  </a:solidFill>
                  <a:prstDash val="solid"/>
                  <a:round/>
                  <a:headEnd len="sm" w="sm" type="none"/>
                  <a:tailEnd len="med" w="med" type="triangle"/>
                </a:ln>
              </p:spPr>
            </p:cxnSp>
          </p:grpSp>
          <p:pic>
            <p:nvPicPr>
              <p:cNvPr id="746" name="Google Shape;746;h698aa550adcc4187_0_2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79610" t="0"/>
              <a:stretch/>
            </p:blipFill>
            <p:spPr>
              <a:xfrm>
                <a:off x="763150" y="4255425"/>
                <a:ext cx="1862125" cy="2176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47" name="Google Shape;747;h698aa550adcc4187_0_28"/>
              <p:cNvPicPr preferRelativeResize="0"/>
              <p:nvPr/>
            </p:nvPicPr>
            <p:blipFill rotWithShape="1">
              <a:blip r:embed="rId4">
                <a:alphaModFix/>
              </a:blip>
              <a:srcRect b="0" l="28640" r="66432" t="0"/>
              <a:stretch/>
            </p:blipFill>
            <p:spPr>
              <a:xfrm>
                <a:off x="2625275" y="4255425"/>
                <a:ext cx="450075" cy="2176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748" name="Google Shape;748;h698aa550adcc4187_0_28"/>
            <p:cNvSpPr txBox="1"/>
            <p:nvPr/>
          </p:nvSpPr>
          <p:spPr>
            <a:xfrm>
              <a:off x="1307025" y="5359900"/>
              <a:ext cx="1080300" cy="34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6050" lIns="86050" spcFirstLastPara="1" rIns="86050" wrap="square" tIns="86050">
              <a:noAutofit/>
            </a:bodyPr>
            <a:lstStyle/>
            <a:p>
              <a:pPr indent="0" lvl="0" marL="0" marR="0" rtl="0" algn="l">
                <a:lnSpc>
                  <a:spcPct val="1179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18"/>
                <a:buFont typeface="Malgun Gothic"/>
                <a:buNone/>
              </a:pPr>
              <a:r>
                <a:rPr b="0" i="0" lang="en-US" sz="1318" u="none" cap="none" strike="noStrike">
                  <a:solidFill>
                    <a:srgbClr val="141413"/>
                  </a:solidFill>
                  <a:highlight>
                    <a:srgbClr val="FFF2CC"/>
                  </a:highlight>
                  <a:latin typeface="Malgun Gothic"/>
                  <a:ea typeface="Malgun Gothic"/>
                  <a:cs typeface="Malgun Gothic"/>
                  <a:sym typeface="Malgun Gothic"/>
                </a:rPr>
                <a:t>(수정위치)</a:t>
              </a:r>
              <a:endParaRPr b="0" i="0" sz="1318" u="none" cap="none" strike="noStrike">
                <a:solidFill>
                  <a:srgbClr val="141413"/>
                </a:solidFill>
                <a:highlight>
                  <a:srgbClr val="FFF2CC"/>
                </a:highlight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749" name="Google Shape;749;h698aa550adcc4187_0_28"/>
          <p:cNvSpPr/>
          <p:nvPr/>
        </p:nvSpPr>
        <p:spPr>
          <a:xfrm>
            <a:off x="763200" y="1211525"/>
            <a:ext cx="11235600" cy="613800"/>
          </a:xfrm>
          <a:prstGeom prst="roundRect">
            <a:avLst>
              <a:gd fmla="val 4545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0" name="Google Shape;750;h698aa550adcc4187_0_28"/>
          <p:cNvSpPr txBox="1"/>
          <p:nvPr/>
        </p:nvSpPr>
        <p:spPr>
          <a:xfrm>
            <a:off x="3415200" y="1191600"/>
            <a:ext cx="53616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41413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시간 수정 =&gt; 정상 동작 확인</a:t>
            </a:r>
            <a:endParaRPr b="1" sz="2600">
              <a:solidFill>
                <a:srgbClr val="14141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51" name="Google Shape;751;h698aa550adcc4187_0_28"/>
          <p:cNvCxnSpPr/>
          <p:nvPr/>
        </p:nvCxnSpPr>
        <p:spPr>
          <a:xfrm flipH="1" rot="10800000">
            <a:off x="7910550" y="3010263"/>
            <a:ext cx="795600" cy="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2" name="Google Shape;752;h698aa550adcc4187_0_28"/>
          <p:cNvSpPr/>
          <p:nvPr/>
        </p:nvSpPr>
        <p:spPr>
          <a:xfrm>
            <a:off x="8776800" y="2613375"/>
            <a:ext cx="3011400" cy="794400"/>
          </a:xfrm>
          <a:prstGeom prst="roundRect">
            <a:avLst>
              <a:gd fmla="val 4545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rPr b="1" lang="en-US" sz="1800">
                <a:latin typeface="Malgun Gothic"/>
                <a:ea typeface="Malgun Gothic"/>
                <a:cs typeface="Malgun Gothic"/>
                <a:sym typeface="Malgun Gothic"/>
              </a:rPr>
              <a:t>수정모드시 -&gt; 시간 증가 x</a:t>
            </a:r>
            <a:endParaRPr b="1"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3" name="Google Shape;753;h698aa550adcc4187_0_28"/>
          <p:cNvSpPr txBox="1"/>
          <p:nvPr/>
        </p:nvSpPr>
        <p:spPr>
          <a:xfrm>
            <a:off x="12025750" y="3363250"/>
            <a:ext cx="76200" cy="1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4141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54" name="Google Shape;754;h698aa550adcc4187_0_28"/>
          <p:cNvCxnSpPr/>
          <p:nvPr/>
        </p:nvCxnSpPr>
        <p:spPr>
          <a:xfrm flipH="1" rot="10800000">
            <a:off x="7910550" y="5343563"/>
            <a:ext cx="795600" cy="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5" name="Google Shape;755;h698aa550adcc4187_0_28"/>
          <p:cNvSpPr/>
          <p:nvPr/>
        </p:nvSpPr>
        <p:spPr>
          <a:xfrm>
            <a:off x="8776800" y="4946675"/>
            <a:ext cx="3011400" cy="794400"/>
          </a:xfrm>
          <a:prstGeom prst="roundRect">
            <a:avLst>
              <a:gd fmla="val 4545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rPr b="1" lang="en-US" sz="1800">
                <a:latin typeface="Malgun Gothic"/>
                <a:ea typeface="Malgun Gothic"/>
                <a:cs typeface="Malgun Gothic"/>
                <a:sym typeface="Malgun Gothic"/>
              </a:rPr>
              <a:t>수정 커서이동, UP/DOWN</a:t>
            </a:r>
            <a:endParaRPr b="1" sz="18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rPr b="1" lang="en-US" sz="1800">
                <a:latin typeface="Malgun Gothic"/>
                <a:ea typeface="Malgun Gothic"/>
                <a:cs typeface="Malgun Gothic"/>
                <a:sym typeface="Malgun Gothic"/>
              </a:rPr>
              <a:t>정상 작동</a:t>
            </a:r>
            <a:endParaRPr b="1" sz="18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BFF"/>
        </a:solidFill>
      </p:bgPr>
    </p:bg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h698aa550adcc4187_3_328"/>
          <p:cNvSpPr/>
          <p:nvPr/>
        </p:nvSpPr>
        <p:spPr>
          <a:xfrm>
            <a:off x="-75" y="-12"/>
            <a:ext cx="12192000" cy="6858000"/>
          </a:xfrm>
          <a:prstGeom prst="rect">
            <a:avLst/>
          </a:prstGeom>
          <a:gradFill>
            <a:gsLst>
              <a:gs pos="0">
                <a:srgbClr val="E3EBFF"/>
              </a:gs>
              <a:gs pos="100000">
                <a:srgbClr val="F6F9FF"/>
              </a:gs>
            </a:gsLst>
            <a:lin ang="419989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2" name="Google Shape;762;h698aa550adcc4187_3_328"/>
          <p:cNvSpPr txBox="1"/>
          <p:nvPr>
            <p:ph type="title"/>
          </p:nvPr>
        </p:nvSpPr>
        <p:spPr>
          <a:xfrm>
            <a:off x="3177396" y="514070"/>
            <a:ext cx="58371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Malgun Gothic"/>
              <a:buNone/>
            </a:pPr>
            <a:r>
              <a:rPr b="1" lang="en-US" sz="3000">
                <a:latin typeface="Malgun Gothic"/>
                <a:ea typeface="Malgun Gothic"/>
                <a:cs typeface="Malgun Gothic"/>
                <a:sym typeface="Malgun Gothic"/>
              </a:rPr>
              <a:t>시나리오 3 - 시뮬레이션</a:t>
            </a:r>
            <a:endParaRPr sz="3000"/>
          </a:p>
        </p:txBody>
      </p:sp>
      <p:sp>
        <p:nvSpPr>
          <p:cNvPr id="763" name="Google Shape;763;h698aa550adcc4187_3_328"/>
          <p:cNvSpPr/>
          <p:nvPr/>
        </p:nvSpPr>
        <p:spPr>
          <a:xfrm>
            <a:off x="457625" y="606157"/>
            <a:ext cx="406400" cy="279400"/>
          </a:xfrm>
          <a:custGeom>
            <a:rect b="b" l="l" r="r" t="t"/>
            <a:pathLst>
              <a:path extrusionOk="0" h="279400" w="406400">
                <a:moveTo>
                  <a:pt x="139700" y="0"/>
                </a:moveTo>
                <a:lnTo>
                  <a:pt x="266700" y="0"/>
                </a:lnTo>
                <a:cubicBezTo>
                  <a:pt x="303751" y="0"/>
                  <a:pt x="339284" y="14718"/>
                  <a:pt x="365483" y="40917"/>
                </a:cubicBezTo>
                <a:cubicBezTo>
                  <a:pt x="391682" y="67116"/>
                  <a:pt x="406400" y="102649"/>
                  <a:pt x="406400" y="139700"/>
                </a:cubicBezTo>
                <a:lnTo>
                  <a:pt x="406400" y="139700"/>
                </a:lnTo>
                <a:cubicBezTo>
                  <a:pt x="406400" y="216854"/>
                  <a:pt x="343854" y="279400"/>
                  <a:pt x="266700" y="279400"/>
                </a:cubicBezTo>
                <a:lnTo>
                  <a:pt x="139700" y="279400"/>
                </a:lnTo>
                <a:cubicBezTo>
                  <a:pt x="62546" y="279400"/>
                  <a:pt x="0" y="216854"/>
                  <a:pt x="0" y="139700"/>
                </a:cubicBezTo>
                <a:lnTo>
                  <a:pt x="0" y="139700"/>
                </a:lnTo>
                <a:cubicBezTo>
                  <a:pt x="0" y="62546"/>
                  <a:pt x="62546" y="0"/>
                  <a:pt x="139700" y="0"/>
                </a:cubicBezTo>
                <a:close/>
              </a:path>
            </a:pathLst>
          </a:custGeom>
          <a:solidFill>
            <a:srgbClr val="3A70F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S3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4" name="Google Shape;764;h698aa550adcc4187_3_328"/>
          <p:cNvSpPr/>
          <p:nvPr/>
        </p:nvSpPr>
        <p:spPr>
          <a:xfrm>
            <a:off x="965625" y="612507"/>
            <a:ext cx="1763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시간 수정 · 깜빡임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765" name="Google Shape;765;h698aa550adcc4187_3_328"/>
          <p:cNvGrpSpPr/>
          <p:nvPr/>
        </p:nvGrpSpPr>
        <p:grpSpPr>
          <a:xfrm>
            <a:off x="610550" y="5083400"/>
            <a:ext cx="8892808" cy="1436419"/>
            <a:chOff x="748477" y="5007079"/>
            <a:chExt cx="10694898" cy="1727503"/>
          </a:xfrm>
        </p:grpSpPr>
        <p:grpSp>
          <p:nvGrpSpPr>
            <p:cNvPr id="766" name="Google Shape;766;h698aa550adcc4187_3_328"/>
            <p:cNvGrpSpPr/>
            <p:nvPr/>
          </p:nvGrpSpPr>
          <p:grpSpPr>
            <a:xfrm>
              <a:off x="748477" y="5007079"/>
              <a:ext cx="10694898" cy="1727503"/>
              <a:chOff x="748477" y="1148819"/>
              <a:chExt cx="10694898" cy="2562300"/>
            </a:xfrm>
          </p:grpSpPr>
          <p:sp>
            <p:nvSpPr>
              <p:cNvPr id="767" name="Google Shape;767;h698aa550adcc4187_3_328"/>
              <p:cNvSpPr/>
              <p:nvPr/>
            </p:nvSpPr>
            <p:spPr>
              <a:xfrm>
                <a:off x="748477" y="1148819"/>
                <a:ext cx="9668400" cy="2562300"/>
              </a:xfrm>
              <a:prstGeom prst="roundRect">
                <a:avLst>
                  <a:gd fmla="val 3418" name="adj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211194" rotWithShape="0" algn="bl" dir="5400000" dist="63358">
                  <a:srgbClr val="3A70FC">
                    <a:alpha val="10196"/>
                  </a:srgbClr>
                </a:outerShdw>
              </a:effectLst>
            </p:spPr>
            <p:txBody>
              <a:bodyPr anchorCtr="0" anchor="ctr" bIns="76025" lIns="76025" spcFirstLastPara="1" rIns="76025" wrap="square" tIns="760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64"/>
                  <a:buFont typeface="Malgun Gothic"/>
                  <a:buNone/>
                </a:pPr>
                <a:r>
                  <a:t/>
                </a:r>
                <a:endParaRPr b="0" i="0" sz="1164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68" name="Google Shape;768;h698aa550adcc4187_3_328"/>
              <p:cNvSpPr/>
              <p:nvPr/>
            </p:nvSpPr>
            <p:spPr>
              <a:xfrm>
                <a:off x="926275" y="1217758"/>
                <a:ext cx="10517100" cy="320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17999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A70FC"/>
                  </a:buClr>
                  <a:buSzPts val="1081"/>
                  <a:buFont typeface="Malgun Gothic"/>
                  <a:buNone/>
                </a:pPr>
                <a:r>
                  <a:rPr b="1" i="0" lang="en-US" sz="1081" u="none" cap="none" strike="noStrike">
                    <a:solidFill>
                      <a:srgbClr val="3A70FC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sw 2 =0 -&gt; 시간 증가</a:t>
                </a:r>
                <a:endParaRPr b="0" i="0" sz="1081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69" name="Google Shape;769;h698aa550adcc4187_3_328"/>
              <p:cNvSpPr/>
              <p:nvPr/>
            </p:nvSpPr>
            <p:spPr>
              <a:xfrm>
                <a:off x="911165" y="1460722"/>
                <a:ext cx="9342900" cy="2157900"/>
              </a:xfrm>
              <a:prstGeom prst="roundRect">
                <a:avLst>
                  <a:gd fmla="val 3438" name="adj"/>
                </a:avLst>
              </a:prstGeom>
              <a:solidFill>
                <a:srgbClr val="F6F9FF"/>
              </a:solidFill>
              <a:ln>
                <a:noFill/>
              </a:ln>
            </p:spPr>
            <p:txBody>
              <a:bodyPr anchorCtr="0" anchor="ctr" bIns="76025" lIns="76025" spcFirstLastPara="1" rIns="76025" wrap="square" tIns="760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64"/>
                  <a:buFont typeface="Malgun Gothic"/>
                  <a:buNone/>
                </a:pPr>
                <a:r>
                  <a:t/>
                </a:r>
                <a:endParaRPr b="0" i="0" sz="1164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770" name="Google Shape;770;h698aa550adcc4187_3_328"/>
            <p:cNvGrpSpPr/>
            <p:nvPr/>
          </p:nvGrpSpPr>
          <p:grpSpPr>
            <a:xfrm>
              <a:off x="1549679" y="5275934"/>
              <a:ext cx="8504557" cy="1337719"/>
              <a:chOff x="1549603" y="4664528"/>
              <a:chExt cx="8504557" cy="1640970"/>
            </a:xfrm>
          </p:grpSpPr>
          <p:pic>
            <p:nvPicPr>
              <p:cNvPr id="771" name="Google Shape;771;h698aa550adcc4187_3_32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549603" y="4664528"/>
                <a:ext cx="8504557" cy="147959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72" name="Google Shape;772;h698aa550adcc4187_3_328"/>
              <p:cNvSpPr txBox="1"/>
              <p:nvPr/>
            </p:nvSpPr>
            <p:spPr>
              <a:xfrm>
                <a:off x="6437599" y="5215276"/>
                <a:ext cx="2750700" cy="46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9225" lIns="99225" spcFirstLastPara="1" rIns="99225" wrap="square" tIns="99225">
                <a:noAutofit/>
              </a:bodyPr>
              <a:lstStyle/>
              <a:p>
                <a:pPr indent="0" lvl="0" marL="0" marR="0" rtl="0" algn="l">
                  <a:lnSpc>
                    <a:spcPct val="117999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54"/>
                  <a:buFont typeface="Malgun Gothic"/>
                  <a:buNone/>
                </a:pPr>
                <a:r>
                  <a:rPr b="0" i="0" lang="en-US" sz="1954" u="none" cap="none" strike="noStrike">
                    <a:solidFill>
                      <a:schemeClr val="dk1"/>
                    </a:solidFill>
                    <a:highlight>
                      <a:srgbClr val="FFF2CC"/>
                    </a:highlight>
                    <a:latin typeface="Malgun Gothic"/>
                    <a:ea typeface="Malgun Gothic"/>
                    <a:cs typeface="Malgun Gothic"/>
                    <a:sym typeface="Malgun Gothic"/>
                  </a:rPr>
                  <a:t>① 수정 모드 off</a:t>
                </a:r>
                <a:endParaRPr b="0" i="0" sz="1954" u="none" cap="none" strike="noStrike">
                  <a:solidFill>
                    <a:schemeClr val="dk1"/>
                  </a:solidFill>
                  <a:highlight>
                    <a:srgbClr val="FFF2CC"/>
                  </a:highlight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73" name="Google Shape;773;h698aa550adcc4187_3_328"/>
              <p:cNvSpPr txBox="1"/>
              <p:nvPr/>
            </p:nvSpPr>
            <p:spPr>
              <a:xfrm>
                <a:off x="7603551" y="5924198"/>
                <a:ext cx="2331900" cy="38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9225" lIns="99225" spcFirstLastPara="1" rIns="99225" wrap="square" tIns="99225">
                <a:noAutofit/>
              </a:bodyPr>
              <a:lstStyle/>
              <a:p>
                <a:pPr indent="0" lvl="0" marL="0" marR="0" rtl="0" algn="l">
                  <a:lnSpc>
                    <a:spcPct val="117999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54"/>
                  <a:buFont typeface="Malgun Gothic"/>
                  <a:buNone/>
                </a:pPr>
                <a:r>
                  <a:rPr b="0" i="0" lang="en-US" sz="1954" u="none" cap="none" strike="noStrike">
                    <a:solidFill>
                      <a:schemeClr val="dk1"/>
                    </a:solidFill>
                    <a:highlight>
                      <a:srgbClr val="FFF2CC"/>
                    </a:highlight>
                    <a:latin typeface="Malgun Gothic"/>
                    <a:ea typeface="Malgun Gothic"/>
                    <a:cs typeface="Malgun Gothic"/>
                    <a:sym typeface="Malgun Gothic"/>
                  </a:rPr>
                  <a:t>② msec 증가</a:t>
                </a:r>
                <a:endParaRPr b="0" i="0" sz="1954" u="none" cap="none" strike="noStrike">
                  <a:solidFill>
                    <a:schemeClr val="dk1"/>
                  </a:solidFill>
                  <a:highlight>
                    <a:srgbClr val="FFF2CC"/>
                  </a:highlight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grpSp>
        <p:nvGrpSpPr>
          <p:cNvPr id="774" name="Google Shape;774;h698aa550adcc4187_3_328"/>
          <p:cNvGrpSpPr/>
          <p:nvPr/>
        </p:nvGrpSpPr>
        <p:grpSpPr>
          <a:xfrm>
            <a:off x="610545" y="1964782"/>
            <a:ext cx="8403939" cy="2821929"/>
            <a:chOff x="748475" y="1148799"/>
            <a:chExt cx="11030239" cy="3703805"/>
          </a:xfrm>
        </p:grpSpPr>
        <p:grpSp>
          <p:nvGrpSpPr>
            <p:cNvPr id="775" name="Google Shape;775;h698aa550adcc4187_3_328"/>
            <p:cNvGrpSpPr/>
            <p:nvPr/>
          </p:nvGrpSpPr>
          <p:grpSpPr>
            <a:xfrm>
              <a:off x="748475" y="1148799"/>
              <a:ext cx="10694900" cy="3703805"/>
              <a:chOff x="748475" y="1148825"/>
              <a:chExt cx="10694900" cy="2562300"/>
            </a:xfrm>
          </p:grpSpPr>
          <p:sp>
            <p:nvSpPr>
              <p:cNvPr id="776" name="Google Shape;776;h698aa550adcc4187_3_328"/>
              <p:cNvSpPr/>
              <p:nvPr/>
            </p:nvSpPr>
            <p:spPr>
              <a:xfrm>
                <a:off x="748475" y="1148825"/>
                <a:ext cx="10566300" cy="2562300"/>
              </a:xfrm>
              <a:prstGeom prst="roundRect">
                <a:avLst>
                  <a:gd fmla="val 3418" name="adj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193542" rotWithShape="0" algn="bl" dir="5400000" dist="58063">
                  <a:srgbClr val="3A70FC">
                    <a:alpha val="10196"/>
                  </a:srgbClr>
                </a:outerShdw>
              </a:effectLst>
            </p:spPr>
            <p:txBody>
              <a:bodyPr anchorCtr="0" anchor="ctr" bIns="69650" lIns="69650" spcFirstLastPara="1" rIns="69650" wrap="square" tIns="696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67"/>
                  <a:buFont typeface="Malgun Gothic"/>
                  <a:buNone/>
                </a:pPr>
                <a:r>
                  <a:t/>
                </a:r>
                <a:endParaRPr b="0" i="0" sz="1067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77" name="Google Shape;777;h698aa550adcc4187_3_328"/>
              <p:cNvSpPr/>
              <p:nvPr/>
            </p:nvSpPr>
            <p:spPr>
              <a:xfrm>
                <a:off x="926275" y="1217758"/>
                <a:ext cx="10517100" cy="25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17999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A70FC"/>
                  </a:buClr>
                  <a:buSzPts val="991"/>
                  <a:buFont typeface="Malgun Gothic"/>
                  <a:buNone/>
                </a:pPr>
                <a:r>
                  <a:rPr b="1" i="0" lang="en-US" sz="1067" u="none" cap="none" strike="noStrike">
                    <a:solidFill>
                      <a:srgbClr val="3A70FC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hour 수정</a:t>
                </a:r>
                <a:endParaRPr b="0" i="0" sz="1067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78" name="Google Shape;778;h698aa550adcc4187_3_328"/>
              <p:cNvSpPr/>
              <p:nvPr/>
            </p:nvSpPr>
            <p:spPr>
              <a:xfrm>
                <a:off x="926275" y="1460725"/>
                <a:ext cx="10210800" cy="2157900"/>
              </a:xfrm>
              <a:prstGeom prst="roundRect">
                <a:avLst>
                  <a:gd fmla="val 3438" name="adj"/>
                </a:avLst>
              </a:prstGeom>
              <a:solidFill>
                <a:srgbClr val="F6F9FF"/>
              </a:solidFill>
              <a:ln>
                <a:noFill/>
              </a:ln>
            </p:spPr>
            <p:txBody>
              <a:bodyPr anchorCtr="0" anchor="ctr" bIns="69650" lIns="69650" spcFirstLastPara="1" rIns="69650" wrap="square" tIns="696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67"/>
                  <a:buFont typeface="Malgun Gothic"/>
                  <a:buNone/>
                </a:pPr>
                <a:r>
                  <a:t/>
                </a:r>
                <a:endParaRPr b="0" i="0" sz="1067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779" name="Google Shape;779;h698aa550adcc4187_3_328"/>
            <p:cNvGrpSpPr/>
            <p:nvPr/>
          </p:nvGrpSpPr>
          <p:grpSpPr>
            <a:xfrm>
              <a:off x="965623" y="1875400"/>
              <a:ext cx="10813091" cy="2667000"/>
              <a:chOff x="119050" y="1393125"/>
              <a:chExt cx="12737768" cy="2667000"/>
            </a:xfrm>
          </p:grpSpPr>
          <p:pic>
            <p:nvPicPr>
              <p:cNvPr id="780" name="Google Shape;780;h698aa550adcc4187_3_32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19050" y="1393125"/>
                <a:ext cx="11953875" cy="2667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81" name="Google Shape;781;h698aa550adcc4187_3_328"/>
              <p:cNvSpPr txBox="1"/>
              <p:nvPr/>
            </p:nvSpPr>
            <p:spPr>
              <a:xfrm>
                <a:off x="5292955" y="1894900"/>
                <a:ext cx="2836800" cy="29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69650" lIns="69650" spcFirstLastPara="1" rIns="69650" wrap="square" tIns="69650">
                <a:noAutofit/>
              </a:bodyPr>
              <a:lstStyle/>
              <a:p>
                <a:pPr indent="0" lvl="0" marL="0" marR="0" rtl="0" algn="l">
                  <a:lnSpc>
                    <a:spcPct val="117999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72"/>
                  <a:buFont typeface="Malgun Gothic"/>
                  <a:buNone/>
                </a:pPr>
                <a:r>
                  <a:rPr b="0" i="0" lang="en-US" sz="1372" u="none" cap="none" strike="noStrike">
                    <a:solidFill>
                      <a:schemeClr val="dk1"/>
                    </a:solidFill>
                    <a:highlight>
                      <a:srgbClr val="CFE2F3"/>
                    </a:highlight>
                    <a:latin typeface="Malgun Gothic"/>
                    <a:ea typeface="Malgun Gothic"/>
                    <a:cs typeface="Malgun Gothic"/>
                    <a:sym typeface="Malgun Gothic"/>
                  </a:rPr>
                  <a:t>① 수정 위치 변경</a:t>
                </a:r>
                <a:endParaRPr b="0" i="0" sz="1372" u="none" cap="none" strike="noStrike">
                  <a:solidFill>
                    <a:schemeClr val="dk1"/>
                  </a:solidFill>
                  <a:highlight>
                    <a:srgbClr val="CFE2F3"/>
                  </a:highlight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82" name="Google Shape;782;h698aa550adcc4187_3_328"/>
              <p:cNvSpPr txBox="1"/>
              <p:nvPr/>
            </p:nvSpPr>
            <p:spPr>
              <a:xfrm>
                <a:off x="6022537" y="2876825"/>
                <a:ext cx="2107200" cy="29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69650" lIns="69650" spcFirstLastPara="1" rIns="69650" wrap="square" tIns="69650">
                <a:noAutofit/>
              </a:bodyPr>
              <a:lstStyle/>
              <a:p>
                <a:pPr indent="0" lvl="0" marL="0" marR="0" rtl="0" algn="l">
                  <a:lnSpc>
                    <a:spcPct val="117999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72"/>
                  <a:buFont typeface="Malgun Gothic"/>
                  <a:buNone/>
                </a:pPr>
                <a:r>
                  <a:rPr b="0" i="0" lang="en-US" sz="1372" u="none" cap="none" strike="noStrike">
                    <a:solidFill>
                      <a:schemeClr val="dk1"/>
                    </a:solidFill>
                    <a:highlight>
                      <a:srgbClr val="CFE2F3"/>
                    </a:highlight>
                    <a:latin typeface="Malgun Gothic"/>
                    <a:ea typeface="Malgun Gothic"/>
                    <a:cs typeface="Malgun Gothic"/>
                    <a:sym typeface="Malgun Gothic"/>
                  </a:rPr>
                  <a:t>②  down X 3</a:t>
                </a:r>
                <a:endParaRPr b="0" i="0" sz="1372" u="none" cap="none" strike="noStrike">
                  <a:solidFill>
                    <a:schemeClr val="dk1"/>
                  </a:solidFill>
                  <a:highlight>
                    <a:srgbClr val="CFE2F3"/>
                  </a:highlight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83" name="Google Shape;783;h698aa550adcc4187_3_328"/>
              <p:cNvSpPr txBox="1"/>
              <p:nvPr/>
            </p:nvSpPr>
            <p:spPr>
              <a:xfrm>
                <a:off x="6084919" y="3403725"/>
                <a:ext cx="3470400" cy="29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69650" lIns="69650" spcFirstLastPara="1" rIns="69650" wrap="square" tIns="69650">
                <a:noAutofit/>
              </a:bodyPr>
              <a:lstStyle/>
              <a:p>
                <a:pPr indent="0" lvl="0" marL="0" marR="0" rtl="0" algn="l">
                  <a:lnSpc>
                    <a:spcPct val="117999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72"/>
                  <a:buFont typeface="Malgun Gothic"/>
                  <a:buNone/>
                </a:pPr>
                <a:r>
                  <a:rPr b="0" i="0" lang="en-US" sz="1372" u="none" cap="none" strike="noStrike">
                    <a:solidFill>
                      <a:schemeClr val="dk1"/>
                    </a:solidFill>
                    <a:highlight>
                      <a:srgbClr val="CFE2F3"/>
                    </a:highlight>
                    <a:latin typeface="Malgun Gothic"/>
                    <a:ea typeface="Malgun Gothic"/>
                    <a:cs typeface="Malgun Gothic"/>
                    <a:sym typeface="Malgun Gothic"/>
                  </a:rPr>
                  <a:t>③   hour: 02 -&gt;&gt; 09</a:t>
                </a:r>
                <a:endParaRPr b="0" i="0" sz="1372" u="none" cap="none" strike="noStrike">
                  <a:solidFill>
                    <a:schemeClr val="dk1"/>
                  </a:solidFill>
                  <a:highlight>
                    <a:srgbClr val="CFE2F3"/>
                  </a:highlight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84" name="Google Shape;784;h698aa550adcc4187_3_328"/>
              <p:cNvSpPr txBox="1"/>
              <p:nvPr/>
            </p:nvSpPr>
            <p:spPr>
              <a:xfrm>
                <a:off x="9311533" y="2649875"/>
                <a:ext cx="2696100" cy="29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69650" lIns="69650" spcFirstLastPara="1" rIns="69650" wrap="square" tIns="69650">
                <a:noAutofit/>
              </a:bodyPr>
              <a:lstStyle/>
              <a:p>
                <a:pPr indent="0" lvl="0" marL="0" marR="0" rtl="0" algn="l">
                  <a:lnSpc>
                    <a:spcPct val="117999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72"/>
                  <a:buFont typeface="Malgun Gothic"/>
                  <a:buNone/>
                </a:pPr>
                <a:r>
                  <a:rPr b="0" i="0" lang="en-US" sz="1372" u="none" cap="none" strike="noStrike">
                    <a:solidFill>
                      <a:srgbClr val="424242"/>
                    </a:solidFill>
                    <a:highlight>
                      <a:srgbClr val="CFE2F3"/>
                    </a:highlight>
                    <a:latin typeface="Malgun Gothic"/>
                    <a:ea typeface="Malgun Gothic"/>
                    <a:cs typeface="Malgun Gothic"/>
                    <a:sym typeface="Malgun Gothic"/>
                  </a:rPr>
                  <a:t>④</a:t>
                </a:r>
                <a:r>
                  <a:rPr b="0" i="0" lang="en-US" sz="1372" u="none" cap="none" strike="noStrike">
                    <a:solidFill>
                      <a:schemeClr val="dk1"/>
                    </a:solidFill>
                    <a:highlight>
                      <a:srgbClr val="CFE2F3"/>
                    </a:highlight>
                    <a:latin typeface="Malgun Gothic"/>
                    <a:ea typeface="Malgun Gothic"/>
                    <a:cs typeface="Malgun Gothic"/>
                    <a:sym typeface="Malgun Gothic"/>
                  </a:rPr>
                  <a:t> 수정 위치 변경</a:t>
                </a:r>
                <a:endParaRPr b="0" i="0" sz="1372" u="none" cap="none" strike="noStrike">
                  <a:solidFill>
                    <a:schemeClr val="dk1"/>
                  </a:solidFill>
                  <a:highlight>
                    <a:srgbClr val="CFE2F3"/>
                  </a:highlight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85" name="Google Shape;785;h698aa550adcc4187_3_328"/>
              <p:cNvSpPr txBox="1"/>
              <p:nvPr/>
            </p:nvSpPr>
            <p:spPr>
              <a:xfrm>
                <a:off x="9774018" y="3403728"/>
                <a:ext cx="3082800" cy="29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69650" lIns="69650" spcFirstLastPara="1" rIns="69650" wrap="square" tIns="69650">
                <a:noAutofit/>
              </a:bodyPr>
              <a:lstStyle/>
              <a:p>
                <a:pPr indent="0" lvl="0" marL="0" marR="0" rtl="0" algn="l">
                  <a:lnSpc>
                    <a:spcPct val="117999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72"/>
                  <a:buFont typeface="Malgun Gothic"/>
                  <a:buNone/>
                </a:pPr>
                <a:r>
                  <a:rPr b="0" i="0" lang="en-US" sz="1372" u="none" cap="none" strike="noStrike">
                    <a:solidFill>
                      <a:srgbClr val="424242"/>
                    </a:solidFill>
                    <a:highlight>
                      <a:srgbClr val="CFE2F3"/>
                    </a:highlight>
                    <a:latin typeface="Malgun Gothic"/>
                    <a:ea typeface="Malgun Gothic"/>
                    <a:cs typeface="Malgun Gothic"/>
                    <a:sym typeface="Malgun Gothic"/>
                  </a:rPr>
                  <a:t>⑥</a:t>
                </a:r>
                <a:r>
                  <a:rPr b="0" i="0" lang="en-US" sz="1372" u="none" cap="none" strike="noStrike">
                    <a:solidFill>
                      <a:srgbClr val="000000"/>
                    </a:solidFill>
                    <a:highlight>
                      <a:srgbClr val="CFE2F3"/>
                    </a:highlight>
                    <a:latin typeface="Malgun Gothic"/>
                    <a:ea typeface="Malgun Gothic"/>
                    <a:cs typeface="Malgun Gothic"/>
                    <a:sym typeface="Malgun Gothic"/>
                  </a:rPr>
                  <a:t> </a:t>
                </a:r>
                <a:r>
                  <a:rPr b="0" i="0" lang="en-US" sz="1372" u="none" cap="none" strike="noStrike">
                    <a:solidFill>
                      <a:schemeClr val="dk1"/>
                    </a:solidFill>
                    <a:highlight>
                      <a:srgbClr val="CFE2F3"/>
                    </a:highlight>
                    <a:latin typeface="Malgun Gothic"/>
                    <a:ea typeface="Malgun Gothic"/>
                    <a:cs typeface="Malgun Gothic"/>
                    <a:sym typeface="Malgun Gothic"/>
                  </a:rPr>
                  <a:t>hour: 09 -&gt;&gt; 19 </a:t>
                </a:r>
                <a:endParaRPr b="0" i="0" sz="1372" u="none" cap="none" strike="noStrike">
                  <a:solidFill>
                    <a:schemeClr val="dk1"/>
                  </a:solidFill>
                  <a:highlight>
                    <a:srgbClr val="CFE2F3"/>
                  </a:highlight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86" name="Google Shape;786;h698aa550adcc4187_3_328"/>
              <p:cNvSpPr txBox="1"/>
              <p:nvPr/>
            </p:nvSpPr>
            <p:spPr>
              <a:xfrm>
                <a:off x="9838146" y="3026800"/>
                <a:ext cx="2107200" cy="29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69650" lIns="69650" spcFirstLastPara="1" rIns="69650" wrap="square" tIns="69650">
                <a:noAutofit/>
              </a:bodyPr>
              <a:lstStyle/>
              <a:p>
                <a:pPr indent="0" lvl="0" marL="0" marR="0" rtl="0" algn="l">
                  <a:lnSpc>
                    <a:spcPct val="117999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72"/>
                  <a:buFont typeface="Malgun Gothic"/>
                  <a:buNone/>
                </a:pPr>
                <a:r>
                  <a:rPr b="0" i="0" lang="en-US" sz="1372" u="none" cap="none" strike="noStrike">
                    <a:solidFill>
                      <a:srgbClr val="424242"/>
                    </a:solidFill>
                    <a:highlight>
                      <a:srgbClr val="CFE2F3"/>
                    </a:highlight>
                    <a:latin typeface="Malgun Gothic"/>
                    <a:ea typeface="Malgun Gothic"/>
                    <a:cs typeface="Malgun Gothic"/>
                    <a:sym typeface="Malgun Gothic"/>
                  </a:rPr>
                  <a:t>⑤</a:t>
                </a:r>
                <a:r>
                  <a:rPr b="0" i="0" lang="en-US" sz="1372" u="none" cap="none" strike="noStrike">
                    <a:solidFill>
                      <a:schemeClr val="dk1"/>
                    </a:solidFill>
                    <a:highlight>
                      <a:srgbClr val="CFE2F3"/>
                    </a:highlight>
                    <a:latin typeface="Malgun Gothic"/>
                    <a:ea typeface="Malgun Gothic"/>
                    <a:cs typeface="Malgun Gothic"/>
                    <a:sym typeface="Malgun Gothic"/>
                  </a:rPr>
                  <a:t> down</a:t>
                </a:r>
                <a:endParaRPr b="0" i="0" sz="1372" u="none" cap="none" strike="noStrike">
                  <a:solidFill>
                    <a:schemeClr val="dk1"/>
                  </a:solidFill>
                  <a:highlight>
                    <a:srgbClr val="CFE2F3"/>
                  </a:highlight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787" name="Google Shape;787;h698aa550adcc4187_3_328"/>
            <p:cNvGrpSpPr/>
            <p:nvPr/>
          </p:nvGrpSpPr>
          <p:grpSpPr>
            <a:xfrm>
              <a:off x="7377900" y="1969202"/>
              <a:ext cx="1123950" cy="829980"/>
              <a:chOff x="10211325" y="3848725"/>
              <a:chExt cx="1123950" cy="1011800"/>
            </a:xfrm>
          </p:grpSpPr>
          <p:pic>
            <p:nvPicPr>
              <p:cNvPr id="788" name="Google Shape;788;h698aa550adcc4187_3_32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0211325" y="3855175"/>
                <a:ext cx="1123950" cy="3810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89" name="Google Shape;789;h698aa550adcc4187_3_32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0211325" y="4473075"/>
                <a:ext cx="1123950" cy="381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90" name="Google Shape;790;h698aa550adcc4187_3_328"/>
              <p:cNvSpPr/>
              <p:nvPr/>
            </p:nvSpPr>
            <p:spPr>
              <a:xfrm>
                <a:off x="10270875" y="3848725"/>
                <a:ext cx="240600" cy="393900"/>
              </a:xfrm>
              <a:prstGeom prst="rect">
                <a:avLst/>
              </a:prstGeom>
              <a:noFill/>
              <a:ln cap="flat" cmpd="sng" w="29025">
                <a:solidFill>
                  <a:srgbClr val="E0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9650" lIns="69650" spcFirstLastPara="1" rIns="69650" wrap="square" tIns="6965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67"/>
                  <a:buFont typeface="Malgun Gothic"/>
                  <a:buNone/>
                </a:pPr>
                <a:r>
                  <a:t/>
                </a:r>
                <a:endParaRPr b="0" i="0" sz="1067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91" name="Google Shape;791;h698aa550adcc4187_3_328"/>
              <p:cNvSpPr/>
              <p:nvPr/>
            </p:nvSpPr>
            <p:spPr>
              <a:xfrm>
                <a:off x="10511475" y="4466625"/>
                <a:ext cx="240600" cy="393900"/>
              </a:xfrm>
              <a:prstGeom prst="rect">
                <a:avLst/>
              </a:prstGeom>
              <a:noFill/>
              <a:ln cap="flat" cmpd="sng" w="29025">
                <a:solidFill>
                  <a:srgbClr val="E0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9650" lIns="69650" spcFirstLastPara="1" rIns="69650" wrap="square" tIns="6965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67"/>
                  <a:buFont typeface="Malgun Gothic"/>
                  <a:buNone/>
                </a:pPr>
                <a:r>
                  <a:t/>
                </a:r>
                <a:endParaRPr b="0" i="0" sz="1067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cxnSp>
            <p:nvCxnSpPr>
              <p:cNvPr id="792" name="Google Shape;792;h698aa550adcc4187_3_328"/>
              <p:cNvCxnSpPr>
                <a:stCxn id="788" idx="2"/>
                <a:endCxn id="789" idx="0"/>
              </p:cNvCxnSpPr>
              <p:nvPr/>
            </p:nvCxnSpPr>
            <p:spPr>
              <a:xfrm>
                <a:off x="10773300" y="4236175"/>
                <a:ext cx="0" cy="237000"/>
              </a:xfrm>
              <a:prstGeom prst="straightConnector1">
                <a:avLst/>
              </a:prstGeom>
              <a:noFill/>
              <a:ln cap="flat" cmpd="sng" w="14500">
                <a:solidFill>
                  <a:srgbClr val="E06666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grpSp>
          <p:nvGrpSpPr>
            <p:cNvPr id="793" name="Google Shape;793;h698aa550adcc4187_3_328"/>
            <p:cNvGrpSpPr/>
            <p:nvPr/>
          </p:nvGrpSpPr>
          <p:grpSpPr>
            <a:xfrm>
              <a:off x="10092792" y="2337617"/>
              <a:ext cx="1123950" cy="829980"/>
              <a:chOff x="9649342" y="3546279"/>
              <a:chExt cx="1123950" cy="1011800"/>
            </a:xfrm>
          </p:grpSpPr>
          <p:pic>
            <p:nvPicPr>
              <p:cNvPr id="794" name="Google Shape;794;h698aa550adcc4187_3_32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9649342" y="3552729"/>
                <a:ext cx="1123950" cy="3810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95" name="Google Shape;795;h698aa550adcc4187_3_32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9649342" y="4170629"/>
                <a:ext cx="1123950" cy="381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96" name="Google Shape;796;h698aa550adcc4187_3_328"/>
              <p:cNvSpPr/>
              <p:nvPr/>
            </p:nvSpPr>
            <p:spPr>
              <a:xfrm>
                <a:off x="9970717" y="3546279"/>
                <a:ext cx="240600" cy="393900"/>
              </a:xfrm>
              <a:prstGeom prst="rect">
                <a:avLst/>
              </a:prstGeom>
              <a:noFill/>
              <a:ln cap="flat" cmpd="sng" w="29025">
                <a:solidFill>
                  <a:srgbClr val="E0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9650" lIns="69650" spcFirstLastPara="1" rIns="69650" wrap="square" tIns="6965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67"/>
                  <a:buFont typeface="Malgun Gothic"/>
                  <a:buNone/>
                </a:pPr>
                <a:r>
                  <a:t/>
                </a:r>
                <a:endParaRPr b="0" i="0" sz="1067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97" name="Google Shape;797;h698aa550adcc4187_3_328"/>
              <p:cNvSpPr/>
              <p:nvPr/>
            </p:nvSpPr>
            <p:spPr>
              <a:xfrm>
                <a:off x="9708892" y="4164179"/>
                <a:ext cx="240600" cy="393900"/>
              </a:xfrm>
              <a:prstGeom prst="rect">
                <a:avLst/>
              </a:prstGeom>
              <a:noFill/>
              <a:ln cap="flat" cmpd="sng" w="29025">
                <a:solidFill>
                  <a:srgbClr val="E0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9650" lIns="69650" spcFirstLastPara="1" rIns="69650" wrap="square" tIns="6965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67"/>
                  <a:buFont typeface="Malgun Gothic"/>
                  <a:buNone/>
                </a:pPr>
                <a:r>
                  <a:t/>
                </a:r>
                <a:endParaRPr b="0" i="0" sz="1067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cxnSp>
            <p:nvCxnSpPr>
              <p:cNvPr id="798" name="Google Shape;798;h698aa550adcc4187_3_328"/>
              <p:cNvCxnSpPr>
                <a:stCxn id="794" idx="2"/>
                <a:endCxn id="795" idx="0"/>
              </p:cNvCxnSpPr>
              <p:nvPr/>
            </p:nvCxnSpPr>
            <p:spPr>
              <a:xfrm>
                <a:off x="10211317" y="3933729"/>
                <a:ext cx="0" cy="237000"/>
              </a:xfrm>
              <a:prstGeom prst="straightConnector1">
                <a:avLst/>
              </a:prstGeom>
              <a:noFill/>
              <a:ln cap="flat" cmpd="sng" w="14500">
                <a:solidFill>
                  <a:srgbClr val="E06666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sp>
          <p:nvSpPr>
            <p:cNvPr id="799" name="Google Shape;799;h698aa550adcc4187_3_328"/>
            <p:cNvSpPr txBox="1"/>
            <p:nvPr/>
          </p:nvSpPr>
          <p:spPr>
            <a:xfrm>
              <a:off x="10654782" y="4250200"/>
              <a:ext cx="626100" cy="29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9650" lIns="69650" spcFirstLastPara="1" rIns="69650" wrap="square" tIns="69650">
              <a:noAutofit/>
            </a:bodyPr>
            <a:lstStyle/>
            <a:p>
              <a:pPr indent="0" lvl="0" marL="0" marR="0" rtl="0" algn="l">
                <a:lnSpc>
                  <a:spcPct val="1179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72"/>
                <a:buFont typeface="Malgun Gothic"/>
                <a:buNone/>
              </a:pPr>
              <a:r>
                <a:rPr b="0" i="0" lang="en-US" sz="1372" u="none" cap="none" strike="noStrike">
                  <a:solidFill>
                    <a:srgbClr val="424242"/>
                  </a:solidFill>
                  <a:highlight>
                    <a:srgbClr val="F4CCCC"/>
                  </a:highlight>
                  <a:latin typeface="Malgun Gothic"/>
                  <a:ea typeface="Malgun Gothic"/>
                  <a:cs typeface="Malgun Gothic"/>
                  <a:sym typeface="Malgun Gothic"/>
                </a:rPr>
                <a:t>29 x</a:t>
              </a:r>
              <a:endParaRPr b="0" i="0" sz="1372" u="none" cap="none" strike="noStrike">
                <a:solidFill>
                  <a:schemeClr val="dk1"/>
                </a:solidFill>
                <a:highlight>
                  <a:srgbClr val="F4CCCC"/>
                </a:highlight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800" name="Google Shape;800;h698aa550adcc4187_3_328"/>
          <p:cNvCxnSpPr/>
          <p:nvPr/>
        </p:nvCxnSpPr>
        <p:spPr>
          <a:xfrm flipH="1" rot="10800000">
            <a:off x="8703025" y="3101713"/>
            <a:ext cx="795600" cy="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1" name="Google Shape;801;h698aa550adcc4187_3_328"/>
          <p:cNvSpPr/>
          <p:nvPr/>
        </p:nvSpPr>
        <p:spPr>
          <a:xfrm>
            <a:off x="9569275" y="2340025"/>
            <a:ext cx="2539800" cy="1524000"/>
          </a:xfrm>
          <a:prstGeom prst="roundRect">
            <a:avLst>
              <a:gd fmla="val 4545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rPr b="1" lang="en-US">
                <a:latin typeface="Malgun Gothic"/>
                <a:ea typeface="Malgun Gothic"/>
                <a:cs typeface="Malgun Gothic"/>
                <a:sym typeface="Malgun Gothic"/>
              </a:rPr>
              <a:t>엣지케이스</a:t>
            </a:r>
            <a:br>
              <a:rPr b="1" lang="en-US"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en-US">
                <a:latin typeface="Malgun Gothic"/>
                <a:ea typeface="Malgun Gothic"/>
                <a:cs typeface="Malgun Gothic"/>
                <a:sym typeface="Malgun Gothic"/>
              </a:rPr>
              <a:t>1의 자리 down: 00 -&gt; 09</a:t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rPr b="1" lang="en-US">
                <a:latin typeface="Malgun Gothic"/>
                <a:ea typeface="Malgun Gothic"/>
                <a:cs typeface="Malgun Gothic"/>
                <a:sym typeface="Malgun Gothic"/>
              </a:rPr>
              <a:t>10의 자리 up: 09 -&gt; 19</a:t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1" sz="15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rPr b="1" lang="en-US" sz="1700">
                <a:latin typeface="Malgun Gothic"/>
                <a:ea typeface="Malgun Gothic"/>
                <a:cs typeface="Malgun Gothic"/>
                <a:sym typeface="Malgun Gothic"/>
              </a:rPr>
              <a:t>=&gt;정상 작동</a:t>
            </a:r>
            <a:endParaRPr b="1" sz="17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802" name="Google Shape;802;h698aa550adcc4187_3_328"/>
          <p:cNvCxnSpPr/>
          <p:nvPr/>
        </p:nvCxnSpPr>
        <p:spPr>
          <a:xfrm flipH="1" rot="10800000">
            <a:off x="8703025" y="5435013"/>
            <a:ext cx="795600" cy="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3" name="Google Shape;803;h698aa550adcc4187_3_328"/>
          <p:cNvSpPr/>
          <p:nvPr/>
        </p:nvSpPr>
        <p:spPr>
          <a:xfrm>
            <a:off x="9569275" y="4957425"/>
            <a:ext cx="2539800" cy="955800"/>
          </a:xfrm>
          <a:prstGeom prst="roundRect">
            <a:avLst>
              <a:gd fmla="val 4545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rPr b="1" lang="en-US">
                <a:latin typeface="Malgun Gothic"/>
                <a:ea typeface="Malgun Gothic"/>
                <a:cs typeface="Malgun Gothic"/>
                <a:sym typeface="Malgun Gothic"/>
              </a:rPr>
              <a:t>수정모드 off -&gt; 카운트 증가</a:t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rPr b="1" lang="en-US" sz="1800">
                <a:latin typeface="Malgun Gothic"/>
                <a:ea typeface="Malgun Gothic"/>
                <a:cs typeface="Malgun Gothic"/>
                <a:sym typeface="Malgun Gothic"/>
              </a:rPr>
              <a:t>=&gt; 정상 작동</a:t>
            </a:r>
            <a:endParaRPr b="1" sz="18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04" name="Google Shape;804;h698aa550adcc4187_3_328"/>
          <p:cNvSpPr/>
          <p:nvPr/>
        </p:nvSpPr>
        <p:spPr>
          <a:xfrm>
            <a:off x="478125" y="1183838"/>
            <a:ext cx="11235600" cy="613800"/>
          </a:xfrm>
          <a:prstGeom prst="roundRect">
            <a:avLst>
              <a:gd fmla="val 4545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05" name="Google Shape;805;h698aa550adcc4187_3_328"/>
          <p:cNvSpPr txBox="1"/>
          <p:nvPr/>
        </p:nvSpPr>
        <p:spPr>
          <a:xfrm>
            <a:off x="1464300" y="1222850"/>
            <a:ext cx="92634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41413"/>
                </a:solidFill>
                <a:latin typeface="Malgun Gothic"/>
                <a:ea typeface="Malgun Gothic"/>
                <a:cs typeface="Malgun Gothic"/>
                <a:sym typeface="Malgun Gothic"/>
              </a:rPr>
              <a:t>엣지 케이스 증감, 모드 전환시 카운트</a:t>
            </a:r>
            <a:r>
              <a:rPr b="1" lang="en-US" sz="2600">
                <a:solidFill>
                  <a:srgbClr val="141413"/>
                </a:solidFill>
                <a:latin typeface="Malgun Gothic"/>
                <a:ea typeface="Malgun Gothic"/>
                <a:cs typeface="Malgun Gothic"/>
                <a:sym typeface="Malgun Gothic"/>
              </a:rPr>
              <a:t>=&gt; 정상 동작 확인</a:t>
            </a:r>
            <a:endParaRPr b="1" sz="2600">
              <a:solidFill>
                <a:srgbClr val="14141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BFF"/>
        </a:solidFill>
      </p:bgPr>
    </p:bg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h698aa550adcc4187_3_416"/>
          <p:cNvSpPr/>
          <p:nvPr/>
        </p:nvSpPr>
        <p:spPr>
          <a:xfrm>
            <a:off x="0" y="-12"/>
            <a:ext cx="12192000" cy="6858000"/>
          </a:xfrm>
          <a:prstGeom prst="rect">
            <a:avLst/>
          </a:prstGeom>
          <a:gradFill>
            <a:gsLst>
              <a:gs pos="0">
                <a:srgbClr val="E3EBFF"/>
              </a:gs>
              <a:gs pos="100000">
                <a:srgbClr val="F6F9FF"/>
              </a:gs>
            </a:gsLst>
            <a:lin ang="419989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12" name="Google Shape;812;h698aa550adcc4187_3_416"/>
          <p:cNvSpPr txBox="1"/>
          <p:nvPr>
            <p:ph type="title"/>
          </p:nvPr>
        </p:nvSpPr>
        <p:spPr>
          <a:xfrm>
            <a:off x="3177396" y="514070"/>
            <a:ext cx="58371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Malgun Gothic"/>
              <a:buNone/>
            </a:pPr>
            <a:r>
              <a:rPr b="1" lang="en-US" sz="3000">
                <a:latin typeface="Malgun Gothic"/>
                <a:ea typeface="Malgun Gothic"/>
                <a:cs typeface="Malgun Gothic"/>
                <a:sym typeface="Malgun Gothic"/>
              </a:rPr>
              <a:t>시나리오 3 - 시뮬레이션</a:t>
            </a:r>
            <a:endParaRPr sz="3000"/>
          </a:p>
        </p:txBody>
      </p:sp>
      <p:sp>
        <p:nvSpPr>
          <p:cNvPr id="813" name="Google Shape;813;h698aa550adcc4187_3_416"/>
          <p:cNvSpPr/>
          <p:nvPr/>
        </p:nvSpPr>
        <p:spPr>
          <a:xfrm>
            <a:off x="457625" y="606157"/>
            <a:ext cx="406400" cy="279400"/>
          </a:xfrm>
          <a:custGeom>
            <a:rect b="b" l="l" r="r" t="t"/>
            <a:pathLst>
              <a:path extrusionOk="0" h="279400" w="406400">
                <a:moveTo>
                  <a:pt x="139700" y="0"/>
                </a:moveTo>
                <a:lnTo>
                  <a:pt x="266700" y="0"/>
                </a:lnTo>
                <a:cubicBezTo>
                  <a:pt x="303751" y="0"/>
                  <a:pt x="339284" y="14718"/>
                  <a:pt x="365483" y="40917"/>
                </a:cubicBezTo>
                <a:cubicBezTo>
                  <a:pt x="391682" y="67116"/>
                  <a:pt x="406400" y="102649"/>
                  <a:pt x="406400" y="139700"/>
                </a:cubicBezTo>
                <a:lnTo>
                  <a:pt x="406400" y="139700"/>
                </a:lnTo>
                <a:cubicBezTo>
                  <a:pt x="406400" y="216854"/>
                  <a:pt x="343854" y="279400"/>
                  <a:pt x="266700" y="279400"/>
                </a:cubicBezTo>
                <a:lnTo>
                  <a:pt x="139700" y="279400"/>
                </a:lnTo>
                <a:cubicBezTo>
                  <a:pt x="62546" y="279400"/>
                  <a:pt x="0" y="216854"/>
                  <a:pt x="0" y="139700"/>
                </a:cubicBezTo>
                <a:lnTo>
                  <a:pt x="0" y="139700"/>
                </a:lnTo>
                <a:cubicBezTo>
                  <a:pt x="0" y="62546"/>
                  <a:pt x="62546" y="0"/>
                  <a:pt x="139700" y="0"/>
                </a:cubicBezTo>
                <a:close/>
              </a:path>
            </a:pathLst>
          </a:custGeom>
          <a:solidFill>
            <a:srgbClr val="3A70F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S3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14" name="Google Shape;814;h698aa550adcc4187_3_416"/>
          <p:cNvSpPr/>
          <p:nvPr/>
        </p:nvSpPr>
        <p:spPr>
          <a:xfrm>
            <a:off x="965625" y="612507"/>
            <a:ext cx="1763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시간 수정 · 깜빡임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815" name="Google Shape;815;h698aa550adcc4187_3_416"/>
          <p:cNvGrpSpPr/>
          <p:nvPr/>
        </p:nvGrpSpPr>
        <p:grpSpPr>
          <a:xfrm>
            <a:off x="478119" y="2239160"/>
            <a:ext cx="8178390" cy="4053980"/>
            <a:chOff x="748550" y="1257277"/>
            <a:chExt cx="10694900" cy="5301399"/>
          </a:xfrm>
        </p:grpSpPr>
        <p:grpSp>
          <p:nvGrpSpPr>
            <p:cNvPr id="816" name="Google Shape;816;h698aa550adcc4187_3_416"/>
            <p:cNvGrpSpPr/>
            <p:nvPr/>
          </p:nvGrpSpPr>
          <p:grpSpPr>
            <a:xfrm>
              <a:off x="748550" y="1257277"/>
              <a:ext cx="10694900" cy="5301399"/>
              <a:chOff x="748475" y="1148825"/>
              <a:chExt cx="10694900" cy="2562300"/>
            </a:xfrm>
          </p:grpSpPr>
          <p:sp>
            <p:nvSpPr>
              <p:cNvPr id="817" name="Google Shape;817;h698aa550adcc4187_3_416"/>
              <p:cNvSpPr/>
              <p:nvPr/>
            </p:nvSpPr>
            <p:spPr>
              <a:xfrm>
                <a:off x="748475" y="1148825"/>
                <a:ext cx="10566300" cy="2562300"/>
              </a:xfrm>
              <a:prstGeom prst="roundRect">
                <a:avLst>
                  <a:gd fmla="val 3418" name="adj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194253" rotWithShape="0" algn="bl" dir="5400000" dist="58276">
                  <a:srgbClr val="3A70FC">
                    <a:alpha val="10196"/>
                  </a:srgbClr>
                </a:outerShdw>
              </a:effectLst>
            </p:spPr>
            <p:txBody>
              <a:bodyPr anchorCtr="0" anchor="ctr" bIns="69900" lIns="69900" spcFirstLastPara="1" rIns="69900" wrap="square" tIns="69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71"/>
                  <a:buFont typeface="Malgun Gothic"/>
                  <a:buNone/>
                </a:pPr>
                <a:r>
                  <a:t/>
                </a:r>
                <a:endParaRPr b="0" i="0" sz="1071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818" name="Google Shape;818;h698aa550adcc4187_3_416"/>
              <p:cNvSpPr/>
              <p:nvPr/>
            </p:nvSpPr>
            <p:spPr>
              <a:xfrm>
                <a:off x="926275" y="1217758"/>
                <a:ext cx="10517100" cy="25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17999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A70FC"/>
                  </a:buClr>
                  <a:buSzPts val="994"/>
                  <a:buFont typeface="Malgun Gothic"/>
                  <a:buNone/>
                </a:pPr>
                <a:r>
                  <a:rPr b="1" i="0" lang="en-US" sz="1071" u="none" cap="none" strike="noStrike">
                    <a:solidFill>
                      <a:srgbClr val="3A70FC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수정 시간 7segments 깜빡임</a:t>
                </a:r>
                <a:endParaRPr b="0" i="0" sz="1071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819" name="Google Shape;819;h698aa550adcc4187_3_416"/>
              <p:cNvSpPr/>
              <p:nvPr/>
            </p:nvSpPr>
            <p:spPr>
              <a:xfrm>
                <a:off x="926275" y="1403500"/>
                <a:ext cx="10210800" cy="2215200"/>
              </a:xfrm>
              <a:prstGeom prst="roundRect">
                <a:avLst>
                  <a:gd fmla="val 3438" name="adj"/>
                </a:avLst>
              </a:prstGeom>
              <a:solidFill>
                <a:srgbClr val="F6F9FF"/>
              </a:solidFill>
              <a:ln>
                <a:noFill/>
              </a:ln>
            </p:spPr>
            <p:txBody>
              <a:bodyPr anchorCtr="0" anchor="ctr" bIns="69900" lIns="69900" spcFirstLastPara="1" rIns="69900" wrap="square" tIns="69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71"/>
                  <a:buFont typeface="Malgun Gothic"/>
                  <a:buNone/>
                </a:pPr>
                <a:r>
                  <a:t/>
                </a:r>
                <a:endParaRPr b="0" i="0" sz="1071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820" name="Google Shape;820;h698aa550adcc4187_3_416"/>
            <p:cNvGrpSpPr/>
            <p:nvPr/>
          </p:nvGrpSpPr>
          <p:grpSpPr>
            <a:xfrm>
              <a:off x="1048271" y="2038518"/>
              <a:ext cx="10095327" cy="3854975"/>
              <a:chOff x="566650" y="1254796"/>
              <a:chExt cx="11058525" cy="4222779"/>
            </a:xfrm>
          </p:grpSpPr>
          <p:grpSp>
            <p:nvGrpSpPr>
              <p:cNvPr id="821" name="Google Shape;821;h698aa550adcc4187_3_416"/>
              <p:cNvGrpSpPr/>
              <p:nvPr/>
            </p:nvGrpSpPr>
            <p:grpSpPr>
              <a:xfrm>
                <a:off x="566650" y="1254796"/>
                <a:ext cx="11058525" cy="2750694"/>
                <a:chOff x="777388" y="1401350"/>
                <a:chExt cx="11058525" cy="1790700"/>
              </a:xfrm>
            </p:grpSpPr>
            <p:pic>
              <p:nvPicPr>
                <p:cNvPr id="822" name="Google Shape;822;h698aa550adcc4187_3_41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777388" y="1401350"/>
                  <a:ext cx="11058525" cy="17907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823" name="Google Shape;823;h698aa550adcc4187_3_416"/>
                <p:cNvSpPr/>
                <p:nvPr/>
              </p:nvSpPr>
              <p:spPr>
                <a:xfrm>
                  <a:off x="4100350" y="2214950"/>
                  <a:ext cx="2078400" cy="541200"/>
                </a:xfrm>
                <a:prstGeom prst="rect">
                  <a:avLst/>
                </a:prstGeom>
                <a:noFill/>
                <a:ln cap="flat" cmpd="sng" w="53225">
                  <a:solidFill>
                    <a:srgbClr val="FFF2C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3850" lIns="63850" spcFirstLastPara="1" rIns="63850" wrap="square" tIns="6385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77"/>
                    <a:buFont typeface="Malgun Gothic"/>
                    <a:buNone/>
                  </a:pPr>
                  <a:r>
                    <a:t/>
                  </a:r>
                  <a:endParaRPr b="0" i="0" sz="977" u="none" cap="none" strike="noStrik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824" name="Google Shape;824;h698aa550adcc4187_3_416"/>
                <p:cNvSpPr/>
                <p:nvPr/>
              </p:nvSpPr>
              <p:spPr>
                <a:xfrm>
                  <a:off x="7879950" y="2214950"/>
                  <a:ext cx="2078400" cy="541200"/>
                </a:xfrm>
                <a:prstGeom prst="rect">
                  <a:avLst/>
                </a:prstGeom>
                <a:noFill/>
                <a:ln cap="flat" cmpd="sng" w="53225">
                  <a:solidFill>
                    <a:srgbClr val="FFF2C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3850" lIns="63850" spcFirstLastPara="1" rIns="63850" wrap="square" tIns="6385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77"/>
                    <a:buFont typeface="Malgun Gothic"/>
                    <a:buNone/>
                  </a:pPr>
                  <a:r>
                    <a:t/>
                  </a:r>
                  <a:endParaRPr b="0" i="0" sz="977" u="none" cap="none" strike="noStrik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grpSp>
            <p:nvGrpSpPr>
              <p:cNvPr id="825" name="Google Shape;825;h698aa550adcc4187_3_416"/>
              <p:cNvGrpSpPr/>
              <p:nvPr/>
            </p:nvGrpSpPr>
            <p:grpSpPr>
              <a:xfrm>
                <a:off x="2947400" y="4486175"/>
                <a:ext cx="2924600" cy="991400"/>
                <a:chOff x="3677250" y="3192050"/>
                <a:chExt cx="2924600" cy="991400"/>
              </a:xfrm>
            </p:grpSpPr>
            <p:pic>
              <p:nvPicPr>
                <p:cNvPr id="826" name="Google Shape;826;h698aa550adcc4187_3_41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3677250" y="3192050"/>
                  <a:ext cx="2924600" cy="9914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827" name="Google Shape;827;h698aa550adcc4187_3_416"/>
                <p:cNvGrpSpPr/>
                <p:nvPr/>
              </p:nvGrpSpPr>
              <p:grpSpPr>
                <a:xfrm>
                  <a:off x="4688125" y="3332950"/>
                  <a:ext cx="422425" cy="705550"/>
                  <a:chOff x="4688125" y="3332950"/>
                  <a:chExt cx="422425" cy="705550"/>
                </a:xfrm>
              </p:grpSpPr>
              <p:cxnSp>
                <p:nvCxnSpPr>
                  <p:cNvPr id="828" name="Google Shape;828;h698aa550adcc4187_3_416"/>
                  <p:cNvCxnSpPr/>
                  <p:nvPr/>
                </p:nvCxnSpPr>
                <p:spPr>
                  <a:xfrm flipH="1" rot="10800000">
                    <a:off x="4749725" y="3387600"/>
                    <a:ext cx="298200" cy="1500"/>
                  </a:xfrm>
                  <a:prstGeom prst="straightConnector1">
                    <a:avLst/>
                  </a:prstGeom>
                  <a:noFill/>
                  <a:ln cap="flat" cmpd="sng" w="7980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29" name="Google Shape;829;h698aa550adcc4187_3_416"/>
                  <p:cNvCxnSpPr/>
                  <p:nvPr/>
                </p:nvCxnSpPr>
                <p:spPr>
                  <a:xfrm flipH="1" rot="10800000">
                    <a:off x="4690850" y="3664700"/>
                    <a:ext cx="298200" cy="1500"/>
                  </a:xfrm>
                  <a:prstGeom prst="straightConnector1">
                    <a:avLst/>
                  </a:prstGeom>
                  <a:noFill/>
                  <a:ln cap="flat" cmpd="sng" w="7980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30" name="Google Shape;830;h698aa550adcc4187_3_416"/>
                  <p:cNvCxnSpPr/>
                  <p:nvPr/>
                </p:nvCxnSpPr>
                <p:spPr>
                  <a:xfrm flipH="1">
                    <a:off x="4933850" y="3338875"/>
                    <a:ext cx="100500" cy="658200"/>
                  </a:xfrm>
                  <a:prstGeom prst="straightConnector1">
                    <a:avLst/>
                  </a:prstGeom>
                  <a:noFill/>
                  <a:ln cap="flat" cmpd="sng" w="7980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31" name="Google Shape;831;h698aa550adcc4187_3_416"/>
                  <p:cNvCxnSpPr/>
                  <p:nvPr/>
                </p:nvCxnSpPr>
                <p:spPr>
                  <a:xfrm flipH="1">
                    <a:off x="4688125" y="3332950"/>
                    <a:ext cx="40800" cy="387000"/>
                  </a:xfrm>
                  <a:prstGeom prst="straightConnector1">
                    <a:avLst/>
                  </a:prstGeom>
                  <a:noFill/>
                  <a:ln cap="flat" cmpd="sng" w="7980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32" name="Google Shape;832;h698aa550adcc4187_3_416"/>
                  <p:cNvCxnSpPr/>
                  <p:nvPr/>
                </p:nvCxnSpPr>
                <p:spPr>
                  <a:xfrm flipH="1">
                    <a:off x="5086250" y="3879200"/>
                    <a:ext cx="24300" cy="159300"/>
                  </a:xfrm>
                  <a:prstGeom prst="straightConnector1">
                    <a:avLst/>
                  </a:prstGeom>
                  <a:noFill/>
                  <a:ln cap="flat" cmpd="sng" w="7980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833" name="Google Shape;833;h698aa550adcc4187_3_416"/>
                <p:cNvGrpSpPr/>
                <p:nvPr/>
              </p:nvGrpSpPr>
              <p:grpSpPr>
                <a:xfrm>
                  <a:off x="5311600" y="3385338"/>
                  <a:ext cx="404800" cy="611700"/>
                  <a:chOff x="5311600" y="3385338"/>
                  <a:chExt cx="404800" cy="611700"/>
                </a:xfrm>
              </p:grpSpPr>
              <p:cxnSp>
                <p:nvCxnSpPr>
                  <p:cNvPr id="834" name="Google Shape;834;h698aa550adcc4187_3_416"/>
                  <p:cNvCxnSpPr/>
                  <p:nvPr/>
                </p:nvCxnSpPr>
                <p:spPr>
                  <a:xfrm flipH="1" rot="10800000">
                    <a:off x="5418200" y="3439988"/>
                    <a:ext cx="298200" cy="1500"/>
                  </a:xfrm>
                  <a:prstGeom prst="straightConnector1">
                    <a:avLst/>
                  </a:prstGeom>
                  <a:noFill/>
                  <a:ln cap="flat" cmpd="sng" w="7980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35" name="Google Shape;835;h698aa550adcc4187_3_416"/>
                  <p:cNvCxnSpPr/>
                  <p:nvPr/>
                </p:nvCxnSpPr>
                <p:spPr>
                  <a:xfrm flipH="1" rot="10800000">
                    <a:off x="5345475" y="3934588"/>
                    <a:ext cx="298200" cy="1500"/>
                  </a:xfrm>
                  <a:prstGeom prst="straightConnector1">
                    <a:avLst/>
                  </a:prstGeom>
                  <a:noFill/>
                  <a:ln cap="flat" cmpd="sng" w="7980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36" name="Google Shape;836;h698aa550adcc4187_3_416"/>
                  <p:cNvCxnSpPr/>
                  <p:nvPr/>
                </p:nvCxnSpPr>
                <p:spPr>
                  <a:xfrm flipH="1">
                    <a:off x="5605925" y="3391263"/>
                    <a:ext cx="96900" cy="581400"/>
                  </a:xfrm>
                  <a:prstGeom prst="straightConnector1">
                    <a:avLst/>
                  </a:prstGeom>
                  <a:noFill/>
                  <a:ln cap="flat" cmpd="sng" w="7980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37" name="Google Shape;837;h698aa550adcc4187_3_416"/>
                  <p:cNvCxnSpPr/>
                  <p:nvPr/>
                </p:nvCxnSpPr>
                <p:spPr>
                  <a:xfrm flipH="1">
                    <a:off x="5311600" y="3385338"/>
                    <a:ext cx="85800" cy="611700"/>
                  </a:xfrm>
                  <a:prstGeom prst="straightConnector1">
                    <a:avLst/>
                  </a:prstGeom>
                  <a:noFill/>
                  <a:ln cap="flat" cmpd="sng" w="7980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838" name="Google Shape;838;h698aa550adcc4187_3_416"/>
                <p:cNvGrpSpPr/>
                <p:nvPr/>
              </p:nvGrpSpPr>
              <p:grpSpPr>
                <a:xfrm>
                  <a:off x="5997400" y="3411538"/>
                  <a:ext cx="404800" cy="611700"/>
                  <a:chOff x="5464000" y="3537738"/>
                  <a:chExt cx="404800" cy="611700"/>
                </a:xfrm>
              </p:grpSpPr>
              <p:cxnSp>
                <p:nvCxnSpPr>
                  <p:cNvPr id="839" name="Google Shape;839;h698aa550adcc4187_3_416"/>
                  <p:cNvCxnSpPr/>
                  <p:nvPr/>
                </p:nvCxnSpPr>
                <p:spPr>
                  <a:xfrm flipH="1" rot="10800000">
                    <a:off x="5570600" y="3592388"/>
                    <a:ext cx="298200" cy="1500"/>
                  </a:xfrm>
                  <a:prstGeom prst="straightConnector1">
                    <a:avLst/>
                  </a:prstGeom>
                  <a:noFill/>
                  <a:ln cap="flat" cmpd="sng" w="7980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40" name="Google Shape;840;h698aa550adcc4187_3_416"/>
                  <p:cNvCxnSpPr/>
                  <p:nvPr/>
                </p:nvCxnSpPr>
                <p:spPr>
                  <a:xfrm flipH="1" rot="10800000">
                    <a:off x="5497875" y="4086988"/>
                    <a:ext cx="298200" cy="1500"/>
                  </a:xfrm>
                  <a:prstGeom prst="straightConnector1">
                    <a:avLst/>
                  </a:prstGeom>
                  <a:noFill/>
                  <a:ln cap="flat" cmpd="sng" w="7980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41" name="Google Shape;841;h698aa550adcc4187_3_416"/>
                  <p:cNvCxnSpPr/>
                  <p:nvPr/>
                </p:nvCxnSpPr>
                <p:spPr>
                  <a:xfrm flipH="1">
                    <a:off x="5758325" y="3543663"/>
                    <a:ext cx="96900" cy="581400"/>
                  </a:xfrm>
                  <a:prstGeom prst="straightConnector1">
                    <a:avLst/>
                  </a:prstGeom>
                  <a:noFill/>
                  <a:ln cap="flat" cmpd="sng" w="7980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42" name="Google Shape;842;h698aa550adcc4187_3_416"/>
                  <p:cNvCxnSpPr/>
                  <p:nvPr/>
                </p:nvCxnSpPr>
                <p:spPr>
                  <a:xfrm flipH="1">
                    <a:off x="5464000" y="3537738"/>
                    <a:ext cx="85800" cy="611700"/>
                  </a:xfrm>
                  <a:prstGeom prst="straightConnector1">
                    <a:avLst/>
                  </a:prstGeom>
                  <a:noFill/>
                  <a:ln cap="flat" cmpd="sng" w="7980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  <p:grpSp>
            <p:nvGrpSpPr>
              <p:cNvPr id="843" name="Google Shape;843;h698aa550adcc4187_3_416"/>
              <p:cNvGrpSpPr/>
              <p:nvPr/>
            </p:nvGrpSpPr>
            <p:grpSpPr>
              <a:xfrm>
                <a:off x="7533225" y="4486175"/>
                <a:ext cx="2924600" cy="991400"/>
                <a:chOff x="7632200" y="3221700"/>
                <a:chExt cx="2924600" cy="991400"/>
              </a:xfrm>
            </p:grpSpPr>
            <p:pic>
              <p:nvPicPr>
                <p:cNvPr id="844" name="Google Shape;844;h698aa550adcc4187_3_41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7632200" y="3221700"/>
                  <a:ext cx="2924600" cy="9914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845" name="Google Shape;845;h698aa550adcc4187_3_416"/>
                <p:cNvGrpSpPr/>
                <p:nvPr/>
              </p:nvGrpSpPr>
              <p:grpSpPr>
                <a:xfrm>
                  <a:off x="8643075" y="3362600"/>
                  <a:ext cx="422425" cy="705550"/>
                  <a:chOff x="4688125" y="3332950"/>
                  <a:chExt cx="422425" cy="705550"/>
                </a:xfrm>
              </p:grpSpPr>
              <p:cxnSp>
                <p:nvCxnSpPr>
                  <p:cNvPr id="846" name="Google Shape;846;h698aa550adcc4187_3_416"/>
                  <p:cNvCxnSpPr/>
                  <p:nvPr/>
                </p:nvCxnSpPr>
                <p:spPr>
                  <a:xfrm flipH="1" rot="10800000">
                    <a:off x="4749725" y="3387600"/>
                    <a:ext cx="298200" cy="1500"/>
                  </a:xfrm>
                  <a:prstGeom prst="straightConnector1">
                    <a:avLst/>
                  </a:prstGeom>
                  <a:noFill/>
                  <a:ln cap="flat" cmpd="sng" w="7980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47" name="Google Shape;847;h698aa550adcc4187_3_416"/>
                  <p:cNvCxnSpPr/>
                  <p:nvPr/>
                </p:nvCxnSpPr>
                <p:spPr>
                  <a:xfrm flipH="1" rot="10800000">
                    <a:off x="4690850" y="3664700"/>
                    <a:ext cx="298200" cy="1500"/>
                  </a:xfrm>
                  <a:prstGeom prst="straightConnector1">
                    <a:avLst/>
                  </a:prstGeom>
                  <a:noFill/>
                  <a:ln cap="flat" cmpd="sng" w="7980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48" name="Google Shape;848;h698aa550adcc4187_3_416"/>
                  <p:cNvCxnSpPr/>
                  <p:nvPr/>
                </p:nvCxnSpPr>
                <p:spPr>
                  <a:xfrm flipH="1">
                    <a:off x="4933850" y="3338875"/>
                    <a:ext cx="100500" cy="658200"/>
                  </a:xfrm>
                  <a:prstGeom prst="straightConnector1">
                    <a:avLst/>
                  </a:prstGeom>
                  <a:noFill/>
                  <a:ln cap="flat" cmpd="sng" w="7980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49" name="Google Shape;849;h698aa550adcc4187_3_416"/>
                  <p:cNvCxnSpPr/>
                  <p:nvPr/>
                </p:nvCxnSpPr>
                <p:spPr>
                  <a:xfrm flipH="1">
                    <a:off x="4688125" y="3332950"/>
                    <a:ext cx="40800" cy="387000"/>
                  </a:xfrm>
                  <a:prstGeom prst="straightConnector1">
                    <a:avLst/>
                  </a:prstGeom>
                  <a:noFill/>
                  <a:ln cap="flat" cmpd="sng" w="7980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50" name="Google Shape;850;h698aa550adcc4187_3_416"/>
                  <p:cNvCxnSpPr/>
                  <p:nvPr/>
                </p:nvCxnSpPr>
                <p:spPr>
                  <a:xfrm flipH="1">
                    <a:off x="5086250" y="3879200"/>
                    <a:ext cx="24300" cy="159300"/>
                  </a:xfrm>
                  <a:prstGeom prst="straightConnector1">
                    <a:avLst/>
                  </a:prstGeom>
                  <a:noFill/>
                  <a:ln cap="flat" cmpd="sng" w="7980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851" name="Google Shape;851;h698aa550adcc4187_3_416"/>
                <p:cNvGrpSpPr/>
                <p:nvPr/>
              </p:nvGrpSpPr>
              <p:grpSpPr>
                <a:xfrm>
                  <a:off x="9952350" y="3441188"/>
                  <a:ext cx="404800" cy="611700"/>
                  <a:chOff x="5464000" y="3537738"/>
                  <a:chExt cx="404800" cy="611700"/>
                </a:xfrm>
              </p:grpSpPr>
              <p:cxnSp>
                <p:nvCxnSpPr>
                  <p:cNvPr id="852" name="Google Shape;852;h698aa550adcc4187_3_416"/>
                  <p:cNvCxnSpPr/>
                  <p:nvPr/>
                </p:nvCxnSpPr>
                <p:spPr>
                  <a:xfrm flipH="1" rot="10800000">
                    <a:off x="5570600" y="3592388"/>
                    <a:ext cx="298200" cy="1500"/>
                  </a:xfrm>
                  <a:prstGeom prst="straightConnector1">
                    <a:avLst/>
                  </a:prstGeom>
                  <a:noFill/>
                  <a:ln cap="flat" cmpd="sng" w="7980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53" name="Google Shape;853;h698aa550adcc4187_3_416"/>
                  <p:cNvCxnSpPr/>
                  <p:nvPr/>
                </p:nvCxnSpPr>
                <p:spPr>
                  <a:xfrm flipH="1" rot="10800000">
                    <a:off x="5497875" y="4086988"/>
                    <a:ext cx="298200" cy="1500"/>
                  </a:xfrm>
                  <a:prstGeom prst="straightConnector1">
                    <a:avLst/>
                  </a:prstGeom>
                  <a:noFill/>
                  <a:ln cap="flat" cmpd="sng" w="7980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54" name="Google Shape;854;h698aa550adcc4187_3_416"/>
                  <p:cNvCxnSpPr/>
                  <p:nvPr/>
                </p:nvCxnSpPr>
                <p:spPr>
                  <a:xfrm flipH="1">
                    <a:off x="5758325" y="3543663"/>
                    <a:ext cx="96900" cy="581400"/>
                  </a:xfrm>
                  <a:prstGeom prst="straightConnector1">
                    <a:avLst/>
                  </a:prstGeom>
                  <a:noFill/>
                  <a:ln cap="flat" cmpd="sng" w="7980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55" name="Google Shape;855;h698aa550adcc4187_3_416"/>
                  <p:cNvCxnSpPr/>
                  <p:nvPr/>
                </p:nvCxnSpPr>
                <p:spPr>
                  <a:xfrm flipH="1">
                    <a:off x="5464000" y="3537738"/>
                    <a:ext cx="85800" cy="611700"/>
                  </a:xfrm>
                  <a:prstGeom prst="straightConnector1">
                    <a:avLst/>
                  </a:prstGeom>
                  <a:noFill/>
                  <a:ln cap="flat" cmpd="sng" w="7980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856" name="Google Shape;856;h698aa550adcc4187_3_416"/>
                <p:cNvGrpSpPr/>
                <p:nvPr/>
              </p:nvGrpSpPr>
              <p:grpSpPr>
                <a:xfrm>
                  <a:off x="9274000" y="3441188"/>
                  <a:ext cx="404800" cy="611700"/>
                  <a:chOff x="5311600" y="3385338"/>
                  <a:chExt cx="404800" cy="611700"/>
                </a:xfrm>
              </p:grpSpPr>
              <p:cxnSp>
                <p:nvCxnSpPr>
                  <p:cNvPr id="857" name="Google Shape;857;h698aa550adcc4187_3_416"/>
                  <p:cNvCxnSpPr/>
                  <p:nvPr/>
                </p:nvCxnSpPr>
                <p:spPr>
                  <a:xfrm flipH="1" rot="10800000">
                    <a:off x="5418200" y="3439988"/>
                    <a:ext cx="298200" cy="1500"/>
                  </a:xfrm>
                  <a:prstGeom prst="straightConnector1">
                    <a:avLst/>
                  </a:prstGeom>
                  <a:noFill/>
                  <a:ln cap="flat" cmpd="sng" w="7980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58" name="Google Shape;858;h698aa550adcc4187_3_416"/>
                  <p:cNvCxnSpPr/>
                  <p:nvPr/>
                </p:nvCxnSpPr>
                <p:spPr>
                  <a:xfrm flipH="1" rot="10800000">
                    <a:off x="5345475" y="3934588"/>
                    <a:ext cx="298200" cy="1500"/>
                  </a:xfrm>
                  <a:prstGeom prst="straightConnector1">
                    <a:avLst/>
                  </a:prstGeom>
                  <a:noFill/>
                  <a:ln cap="flat" cmpd="sng" w="7980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59" name="Google Shape;859;h698aa550adcc4187_3_416"/>
                  <p:cNvCxnSpPr/>
                  <p:nvPr/>
                </p:nvCxnSpPr>
                <p:spPr>
                  <a:xfrm flipH="1">
                    <a:off x="5605925" y="3391263"/>
                    <a:ext cx="96900" cy="581400"/>
                  </a:xfrm>
                  <a:prstGeom prst="straightConnector1">
                    <a:avLst/>
                  </a:prstGeom>
                  <a:noFill/>
                  <a:ln cap="flat" cmpd="sng" w="7980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60" name="Google Shape;860;h698aa550adcc4187_3_416"/>
                  <p:cNvCxnSpPr/>
                  <p:nvPr/>
                </p:nvCxnSpPr>
                <p:spPr>
                  <a:xfrm flipH="1">
                    <a:off x="5311600" y="3385338"/>
                    <a:ext cx="85800" cy="611700"/>
                  </a:xfrm>
                  <a:prstGeom prst="straightConnector1">
                    <a:avLst/>
                  </a:prstGeom>
                  <a:noFill/>
                  <a:ln cap="flat" cmpd="sng" w="7980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861" name="Google Shape;861;h698aa550adcc4187_3_416"/>
                <p:cNvGrpSpPr/>
                <p:nvPr/>
              </p:nvGrpSpPr>
              <p:grpSpPr>
                <a:xfrm>
                  <a:off x="7939825" y="3411538"/>
                  <a:ext cx="404800" cy="611700"/>
                  <a:chOff x="5311600" y="3385338"/>
                  <a:chExt cx="404800" cy="611700"/>
                </a:xfrm>
              </p:grpSpPr>
              <p:cxnSp>
                <p:nvCxnSpPr>
                  <p:cNvPr id="862" name="Google Shape;862;h698aa550adcc4187_3_416"/>
                  <p:cNvCxnSpPr/>
                  <p:nvPr/>
                </p:nvCxnSpPr>
                <p:spPr>
                  <a:xfrm flipH="1" rot="10800000">
                    <a:off x="5418200" y="3439988"/>
                    <a:ext cx="298200" cy="1500"/>
                  </a:xfrm>
                  <a:prstGeom prst="straightConnector1">
                    <a:avLst/>
                  </a:prstGeom>
                  <a:noFill/>
                  <a:ln cap="flat" cmpd="sng" w="7980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63" name="Google Shape;863;h698aa550adcc4187_3_416"/>
                  <p:cNvCxnSpPr/>
                  <p:nvPr/>
                </p:nvCxnSpPr>
                <p:spPr>
                  <a:xfrm flipH="1" rot="10800000">
                    <a:off x="5345475" y="3934588"/>
                    <a:ext cx="298200" cy="1500"/>
                  </a:xfrm>
                  <a:prstGeom prst="straightConnector1">
                    <a:avLst/>
                  </a:prstGeom>
                  <a:noFill/>
                  <a:ln cap="flat" cmpd="sng" w="7980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64" name="Google Shape;864;h698aa550adcc4187_3_416"/>
                  <p:cNvCxnSpPr/>
                  <p:nvPr/>
                </p:nvCxnSpPr>
                <p:spPr>
                  <a:xfrm flipH="1">
                    <a:off x="5605925" y="3391263"/>
                    <a:ext cx="96900" cy="581400"/>
                  </a:xfrm>
                  <a:prstGeom prst="straightConnector1">
                    <a:avLst/>
                  </a:prstGeom>
                  <a:noFill/>
                  <a:ln cap="flat" cmpd="sng" w="7980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65" name="Google Shape;865;h698aa550adcc4187_3_416"/>
                  <p:cNvCxnSpPr/>
                  <p:nvPr/>
                </p:nvCxnSpPr>
                <p:spPr>
                  <a:xfrm flipH="1">
                    <a:off x="5311600" y="3385338"/>
                    <a:ext cx="85800" cy="611700"/>
                  </a:xfrm>
                  <a:prstGeom prst="straightConnector1">
                    <a:avLst/>
                  </a:prstGeom>
                  <a:noFill/>
                  <a:ln cap="flat" cmpd="sng" w="79800">
                    <a:solidFill>
                      <a:srgbClr val="C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  <p:cxnSp>
            <p:nvCxnSpPr>
              <p:cNvPr id="866" name="Google Shape;866;h698aa550adcc4187_3_416"/>
              <p:cNvCxnSpPr/>
              <p:nvPr/>
            </p:nvCxnSpPr>
            <p:spPr>
              <a:xfrm flipH="1">
                <a:off x="4598775" y="3403725"/>
                <a:ext cx="412800" cy="1082400"/>
              </a:xfrm>
              <a:prstGeom prst="straightConnector1">
                <a:avLst/>
              </a:prstGeom>
              <a:noFill/>
              <a:ln cap="flat" cmpd="sng" w="26600">
                <a:solidFill>
                  <a:srgbClr val="C0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867" name="Google Shape;867;h698aa550adcc4187_3_416"/>
              <p:cNvCxnSpPr/>
              <p:nvPr/>
            </p:nvCxnSpPr>
            <p:spPr>
              <a:xfrm flipH="1">
                <a:off x="8511700" y="3403725"/>
                <a:ext cx="412800" cy="1082400"/>
              </a:xfrm>
              <a:prstGeom prst="straightConnector1">
                <a:avLst/>
              </a:prstGeom>
              <a:noFill/>
              <a:ln cap="flat" cmpd="sng" w="26600">
                <a:solidFill>
                  <a:srgbClr val="C0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</p:grpSp>
      <p:cxnSp>
        <p:nvCxnSpPr>
          <p:cNvPr id="868" name="Google Shape;868;h698aa550adcc4187_3_416"/>
          <p:cNvCxnSpPr/>
          <p:nvPr/>
        </p:nvCxnSpPr>
        <p:spPr>
          <a:xfrm flipH="1" rot="10800000">
            <a:off x="8656500" y="4010550"/>
            <a:ext cx="795600" cy="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69" name="Google Shape;869;h698aa550adcc4187_3_416"/>
          <p:cNvSpPr/>
          <p:nvPr/>
        </p:nvSpPr>
        <p:spPr>
          <a:xfrm>
            <a:off x="9522750" y="3248863"/>
            <a:ext cx="2539800" cy="1524000"/>
          </a:xfrm>
          <a:prstGeom prst="roundRect">
            <a:avLst>
              <a:gd fmla="val 4545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rPr b="1" lang="en-US">
                <a:latin typeface="Malgun Gothic"/>
                <a:ea typeface="Malgun Gothic"/>
                <a:cs typeface="Malgun Gothic"/>
                <a:sym typeface="Malgun Gothic"/>
              </a:rPr>
              <a:t>수정시 </a:t>
            </a:r>
            <a:r>
              <a:rPr b="1" lang="en-US">
                <a:latin typeface="Malgun Gothic"/>
                <a:ea typeface="Malgun Gothic"/>
                <a:cs typeface="Malgun Gothic"/>
                <a:sym typeface="Malgun Gothic"/>
              </a:rPr>
              <a:t>수정 커서부분 점멸</a:t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1" sz="15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rPr b="1" lang="en-US" sz="1700">
                <a:latin typeface="Malgun Gothic"/>
                <a:ea typeface="Malgun Gothic"/>
                <a:cs typeface="Malgun Gothic"/>
                <a:sym typeface="Malgun Gothic"/>
              </a:rPr>
              <a:t>=&gt;정상 작동</a:t>
            </a:r>
            <a:endParaRPr b="1" sz="17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70" name="Google Shape;870;h698aa550adcc4187_3_416"/>
          <p:cNvSpPr/>
          <p:nvPr/>
        </p:nvSpPr>
        <p:spPr>
          <a:xfrm>
            <a:off x="478125" y="1183838"/>
            <a:ext cx="11235600" cy="613800"/>
          </a:xfrm>
          <a:prstGeom prst="roundRect">
            <a:avLst>
              <a:gd fmla="val 4545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71" name="Google Shape;871;h698aa550adcc4187_3_416"/>
          <p:cNvSpPr txBox="1"/>
          <p:nvPr/>
        </p:nvSpPr>
        <p:spPr>
          <a:xfrm>
            <a:off x="1464300" y="1222850"/>
            <a:ext cx="92634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41413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수정 커서 점멸 </a:t>
            </a:r>
            <a:r>
              <a:rPr b="1" lang="en-US" sz="2600">
                <a:solidFill>
                  <a:srgbClr val="141413"/>
                </a:solidFill>
                <a:latin typeface="Malgun Gothic"/>
                <a:ea typeface="Malgun Gothic"/>
                <a:cs typeface="Malgun Gothic"/>
                <a:sym typeface="Malgun Gothic"/>
              </a:rPr>
              <a:t>=&gt; 정상 동작 확인</a:t>
            </a:r>
            <a:endParaRPr b="1" sz="2600">
              <a:solidFill>
                <a:srgbClr val="14141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BFF"/>
        </a:solidFill>
      </p:bgPr>
    </p:bg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h698aa550adcc4187_3_507"/>
          <p:cNvSpPr/>
          <p:nvPr/>
        </p:nvSpPr>
        <p:spPr>
          <a:xfrm>
            <a:off x="-75" y="-12"/>
            <a:ext cx="12192000" cy="6858000"/>
          </a:xfrm>
          <a:prstGeom prst="rect">
            <a:avLst/>
          </a:prstGeom>
          <a:gradFill>
            <a:gsLst>
              <a:gs pos="0">
                <a:srgbClr val="E3EBFF"/>
              </a:gs>
              <a:gs pos="100000">
                <a:srgbClr val="F6F9FF"/>
              </a:gs>
            </a:gsLst>
            <a:lin ang="419989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78" name="Google Shape;878;h698aa550adcc4187_3_507"/>
          <p:cNvSpPr txBox="1"/>
          <p:nvPr>
            <p:ph type="title"/>
          </p:nvPr>
        </p:nvSpPr>
        <p:spPr>
          <a:xfrm>
            <a:off x="3177396" y="514070"/>
            <a:ext cx="58371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Malgun Gothic"/>
              <a:buNone/>
            </a:pPr>
            <a:r>
              <a:rPr b="1" lang="en-US" sz="3000">
                <a:latin typeface="Malgun Gothic"/>
                <a:ea typeface="Malgun Gothic"/>
                <a:cs typeface="Malgun Gothic"/>
                <a:sym typeface="Malgun Gothic"/>
              </a:rPr>
              <a:t>시나리오 4 - 시뮬레이션</a:t>
            </a:r>
            <a:endParaRPr sz="3000"/>
          </a:p>
        </p:txBody>
      </p:sp>
      <p:sp>
        <p:nvSpPr>
          <p:cNvPr id="879" name="Google Shape;879;h698aa550adcc4187_3_507"/>
          <p:cNvSpPr/>
          <p:nvPr/>
        </p:nvSpPr>
        <p:spPr>
          <a:xfrm>
            <a:off x="218055" y="606145"/>
            <a:ext cx="406400" cy="279400"/>
          </a:xfrm>
          <a:custGeom>
            <a:rect b="b" l="l" r="r" t="t"/>
            <a:pathLst>
              <a:path extrusionOk="0" h="279400" w="406400">
                <a:moveTo>
                  <a:pt x="139700" y="0"/>
                </a:moveTo>
                <a:lnTo>
                  <a:pt x="266700" y="0"/>
                </a:lnTo>
                <a:cubicBezTo>
                  <a:pt x="303751" y="0"/>
                  <a:pt x="339284" y="14718"/>
                  <a:pt x="365483" y="40917"/>
                </a:cubicBezTo>
                <a:cubicBezTo>
                  <a:pt x="391682" y="67116"/>
                  <a:pt x="406400" y="102649"/>
                  <a:pt x="406400" y="139700"/>
                </a:cubicBezTo>
                <a:lnTo>
                  <a:pt x="406400" y="139700"/>
                </a:lnTo>
                <a:cubicBezTo>
                  <a:pt x="406400" y="216854"/>
                  <a:pt x="343854" y="279400"/>
                  <a:pt x="266700" y="279400"/>
                </a:cubicBezTo>
                <a:lnTo>
                  <a:pt x="139700" y="279400"/>
                </a:lnTo>
                <a:cubicBezTo>
                  <a:pt x="62546" y="279400"/>
                  <a:pt x="0" y="216854"/>
                  <a:pt x="0" y="139700"/>
                </a:cubicBezTo>
                <a:lnTo>
                  <a:pt x="0" y="139700"/>
                </a:lnTo>
                <a:cubicBezTo>
                  <a:pt x="0" y="62546"/>
                  <a:pt x="62546" y="0"/>
                  <a:pt x="139700" y="0"/>
                </a:cubicBezTo>
                <a:close/>
              </a:path>
            </a:pathLst>
          </a:custGeom>
          <a:solidFill>
            <a:srgbClr val="3A70F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S4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80" name="Google Shape;880;h698aa550adcc4187_3_507"/>
          <p:cNvSpPr/>
          <p:nvPr/>
        </p:nvSpPr>
        <p:spPr>
          <a:xfrm>
            <a:off x="726025" y="612500"/>
            <a:ext cx="3243263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stopwatch / watch 백그라운드 작동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881" name="Google Shape;881;h698aa550adcc4187_3_507"/>
          <p:cNvGrpSpPr/>
          <p:nvPr/>
        </p:nvGrpSpPr>
        <p:grpSpPr>
          <a:xfrm>
            <a:off x="812850" y="2191574"/>
            <a:ext cx="10566300" cy="4666423"/>
            <a:chOff x="823525" y="1939349"/>
            <a:chExt cx="10566300" cy="4666423"/>
          </a:xfrm>
        </p:grpSpPr>
        <p:grpSp>
          <p:nvGrpSpPr>
            <p:cNvPr id="882" name="Google Shape;882;h698aa550adcc4187_3_507"/>
            <p:cNvGrpSpPr/>
            <p:nvPr/>
          </p:nvGrpSpPr>
          <p:grpSpPr>
            <a:xfrm>
              <a:off x="823525" y="1939349"/>
              <a:ext cx="10566300" cy="4666423"/>
              <a:chOff x="823525" y="1939349"/>
              <a:chExt cx="10566300" cy="4666423"/>
            </a:xfrm>
          </p:grpSpPr>
          <p:grpSp>
            <p:nvGrpSpPr>
              <p:cNvPr id="883" name="Google Shape;883;h698aa550adcc4187_3_507"/>
              <p:cNvGrpSpPr/>
              <p:nvPr/>
            </p:nvGrpSpPr>
            <p:grpSpPr>
              <a:xfrm>
                <a:off x="823525" y="1939349"/>
                <a:ext cx="10566300" cy="4666423"/>
                <a:chOff x="748475" y="1403500"/>
                <a:chExt cx="10566300" cy="2255400"/>
              </a:xfrm>
            </p:grpSpPr>
            <p:sp>
              <p:nvSpPr>
                <p:cNvPr id="884" name="Google Shape;884;h698aa550adcc4187_3_507"/>
                <p:cNvSpPr/>
                <p:nvPr/>
              </p:nvSpPr>
              <p:spPr>
                <a:xfrm>
                  <a:off x="748475" y="1403500"/>
                  <a:ext cx="10566300" cy="2255400"/>
                </a:xfrm>
                <a:prstGeom prst="roundRect">
                  <a:avLst>
                    <a:gd fmla="val 3418" name="adj"/>
                  </a:avLst>
                </a:prstGeom>
                <a:solidFill>
                  <a:srgbClr val="FFFFFF"/>
                </a:solidFill>
                <a:ln>
                  <a:noFill/>
                </a:ln>
                <a:effectLst>
                  <a:outerShdw blurRad="254000" rotWithShape="0" algn="bl" dir="5400000" dist="76200">
                    <a:srgbClr val="3A70FC">
                      <a:alpha val="10200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Malgun Gothic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885" name="Google Shape;885;h698aa550adcc4187_3_507"/>
                <p:cNvSpPr/>
                <p:nvPr/>
              </p:nvSpPr>
              <p:spPr>
                <a:xfrm>
                  <a:off x="926275" y="1403500"/>
                  <a:ext cx="10210800" cy="2215200"/>
                </a:xfrm>
                <a:prstGeom prst="roundRect">
                  <a:avLst>
                    <a:gd fmla="val 3438" name="adj"/>
                  </a:avLst>
                </a:prstGeom>
                <a:solidFill>
                  <a:srgbClr val="F6F9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Malgun Gothic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pic>
            <p:nvPicPr>
              <p:cNvPr id="886" name="Google Shape;886;h698aa550adcc4187_3_50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904775" y="1971600"/>
                <a:ext cx="10382449" cy="37052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87" name="Google Shape;887;h698aa550adcc4187_3_507"/>
            <p:cNvSpPr/>
            <p:nvPr/>
          </p:nvSpPr>
          <p:spPr>
            <a:xfrm>
              <a:off x="3465700" y="3523225"/>
              <a:ext cx="7536000" cy="7656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100">
                <a:alpha val="64706"/>
              </a:srgbClr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Malgun Gothic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88" name="Google Shape;888;h698aa550adcc4187_3_507"/>
            <p:cNvSpPr/>
            <p:nvPr/>
          </p:nvSpPr>
          <p:spPr>
            <a:xfrm>
              <a:off x="5828275" y="4805550"/>
              <a:ext cx="5173500" cy="7656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F100">
                <a:alpha val="64706"/>
              </a:srgbClr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Malgun Gothic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89" name="Google Shape;889;h698aa550adcc4187_3_507"/>
            <p:cNvSpPr txBox="1"/>
            <p:nvPr/>
          </p:nvSpPr>
          <p:spPr>
            <a:xfrm>
              <a:off x="1378225" y="5792475"/>
              <a:ext cx="9467700" cy="3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79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Malgun Gothic"/>
                <a:buNone/>
              </a:pPr>
              <a:r>
                <a:rPr b="0" i="0" lang="en-US" sz="2400" u="none" cap="none" strike="noStrike">
                  <a:solidFill>
                    <a:srgbClr val="141413"/>
                  </a:solidFill>
                  <a:highlight>
                    <a:srgbClr val="FFF2CC"/>
                  </a:highlight>
                  <a:latin typeface="Malgun Gothic"/>
                  <a:ea typeface="Malgun Gothic"/>
                  <a:cs typeface="Malgun Gothic"/>
                  <a:sym typeface="Malgun Gothic"/>
                </a:rPr>
                <a:t>stopwatch / watch 모드 변경 =&gt; 화면 모드 상관 x 계속 count</a:t>
              </a:r>
              <a:endParaRPr b="0" i="0" sz="2400" u="none" cap="none" strike="noStrike">
                <a:solidFill>
                  <a:srgbClr val="141413"/>
                </a:solidFill>
                <a:highlight>
                  <a:srgbClr val="FFF2CC"/>
                </a:highlight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890" name="Google Shape;890;h698aa550adcc4187_3_507"/>
            <p:cNvCxnSpPr/>
            <p:nvPr/>
          </p:nvCxnSpPr>
          <p:spPr>
            <a:xfrm flipH="1">
              <a:off x="5791075" y="2421275"/>
              <a:ext cx="18600" cy="295080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891" name="Google Shape;891;h698aa550adcc4187_3_507"/>
            <p:cNvCxnSpPr/>
            <p:nvPr/>
          </p:nvCxnSpPr>
          <p:spPr>
            <a:xfrm flipH="1">
              <a:off x="9305250" y="2421275"/>
              <a:ext cx="18600" cy="295080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sp>
          <p:nvSpPr>
            <p:cNvPr id="892" name="Google Shape;892;h698aa550adcc4187_3_507"/>
            <p:cNvSpPr txBox="1"/>
            <p:nvPr/>
          </p:nvSpPr>
          <p:spPr>
            <a:xfrm>
              <a:off x="4324900" y="2729425"/>
              <a:ext cx="980400" cy="3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79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Malgun Gothic"/>
                <a:buNone/>
              </a:pPr>
              <a:r>
                <a:rPr b="1" i="0" lang="en-US" sz="2000" u="none" cap="none" strike="noStrike">
                  <a:solidFill>
                    <a:srgbClr val="141413"/>
                  </a:solidFill>
                  <a:highlight>
                    <a:srgbClr val="FFF2CC"/>
                  </a:highlight>
                  <a:latin typeface="Malgun Gothic"/>
                  <a:ea typeface="Malgun Gothic"/>
                  <a:cs typeface="Malgun Gothic"/>
                  <a:sym typeface="Malgun Gothic"/>
                </a:rPr>
                <a:t>watch</a:t>
              </a:r>
              <a:endParaRPr b="1" i="0" sz="2000" u="none" cap="none" strike="noStrike">
                <a:solidFill>
                  <a:srgbClr val="141413"/>
                </a:solidFill>
                <a:highlight>
                  <a:srgbClr val="FFF2CC"/>
                </a:highlight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93" name="Google Shape;893;h698aa550adcc4187_3_507"/>
            <p:cNvSpPr txBox="1"/>
            <p:nvPr/>
          </p:nvSpPr>
          <p:spPr>
            <a:xfrm>
              <a:off x="6970600" y="2729425"/>
              <a:ext cx="1481700" cy="3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79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Malgun Gothic"/>
                <a:buNone/>
              </a:pPr>
              <a:r>
                <a:rPr b="1" i="0" lang="en-US" sz="2000" u="none" cap="none" strike="noStrike">
                  <a:solidFill>
                    <a:srgbClr val="141413"/>
                  </a:solidFill>
                  <a:highlight>
                    <a:srgbClr val="FFF2CC"/>
                  </a:highlight>
                  <a:latin typeface="Malgun Gothic"/>
                  <a:ea typeface="Malgun Gothic"/>
                  <a:cs typeface="Malgun Gothic"/>
                  <a:sym typeface="Malgun Gothic"/>
                </a:rPr>
                <a:t>stopwatch</a:t>
              </a:r>
              <a:endParaRPr b="1" i="0" sz="2000" u="none" cap="none" strike="noStrike">
                <a:solidFill>
                  <a:srgbClr val="141413"/>
                </a:solidFill>
                <a:highlight>
                  <a:srgbClr val="FFF2CC"/>
                </a:highlight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94" name="Google Shape;894;h698aa550adcc4187_3_507"/>
            <p:cNvSpPr txBox="1"/>
            <p:nvPr/>
          </p:nvSpPr>
          <p:spPr>
            <a:xfrm>
              <a:off x="9865450" y="2729425"/>
              <a:ext cx="980400" cy="3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79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Malgun Gothic"/>
                <a:buNone/>
              </a:pPr>
              <a:r>
                <a:rPr b="1" i="0" lang="en-US" sz="2000" u="none" cap="none" strike="noStrike">
                  <a:solidFill>
                    <a:srgbClr val="141413"/>
                  </a:solidFill>
                  <a:highlight>
                    <a:srgbClr val="FFF2CC"/>
                  </a:highlight>
                  <a:latin typeface="Malgun Gothic"/>
                  <a:ea typeface="Malgun Gothic"/>
                  <a:cs typeface="Malgun Gothic"/>
                  <a:sym typeface="Malgun Gothic"/>
                </a:rPr>
                <a:t>watch</a:t>
              </a:r>
              <a:endParaRPr b="1" i="0" sz="2000" u="none" cap="none" strike="noStrike">
                <a:solidFill>
                  <a:srgbClr val="141413"/>
                </a:solidFill>
                <a:highlight>
                  <a:srgbClr val="FFF2CC"/>
                </a:highlight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895" name="Google Shape;895;h698aa550adcc4187_3_507"/>
          <p:cNvSpPr/>
          <p:nvPr/>
        </p:nvSpPr>
        <p:spPr>
          <a:xfrm>
            <a:off x="478200" y="1183838"/>
            <a:ext cx="11235600" cy="613800"/>
          </a:xfrm>
          <a:prstGeom prst="roundRect">
            <a:avLst>
              <a:gd fmla="val 4545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96" name="Google Shape;896;h698aa550adcc4187_3_507"/>
          <p:cNvSpPr txBox="1"/>
          <p:nvPr/>
        </p:nvSpPr>
        <p:spPr>
          <a:xfrm>
            <a:off x="1464375" y="1222850"/>
            <a:ext cx="92634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41413"/>
                </a:solidFill>
                <a:latin typeface="Malgun Gothic"/>
                <a:ea typeface="Malgun Gothic"/>
                <a:cs typeface="Malgun Gothic"/>
                <a:sym typeface="Malgun Gothic"/>
              </a:rPr>
              <a:t>watch, stopwatch 동시 작동</a:t>
            </a:r>
            <a:r>
              <a:rPr b="1" lang="en-US" sz="2600">
                <a:solidFill>
                  <a:srgbClr val="141413"/>
                </a:solidFill>
                <a:latin typeface="Malgun Gothic"/>
                <a:ea typeface="Malgun Gothic"/>
                <a:cs typeface="Malgun Gothic"/>
                <a:sym typeface="Malgun Gothic"/>
              </a:rPr>
              <a:t> =&gt; 정상 동작 확인</a:t>
            </a:r>
            <a:endParaRPr b="1" sz="2600">
              <a:solidFill>
                <a:srgbClr val="14141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BFF"/>
        </a:solidFill>
      </p:bgPr>
    </p:bg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h6b926939289e7a42_0_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3EBFF"/>
              </a:gs>
              <a:gs pos="100000">
                <a:srgbClr val="F6F9FF"/>
              </a:gs>
            </a:gsLst>
            <a:lin ang="419989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03" name="Google Shape;903;h6b926939289e7a42_0_1"/>
          <p:cNvSpPr txBox="1"/>
          <p:nvPr>
            <p:ph type="title"/>
          </p:nvPr>
        </p:nvSpPr>
        <p:spPr>
          <a:xfrm>
            <a:off x="2960698" y="848400"/>
            <a:ext cx="62706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Malgun Gothic"/>
              <a:buNone/>
            </a:pPr>
            <a:r>
              <a:rPr b="1" lang="en-US"/>
              <a:t>경계값 시뮬레이션 시나리오</a:t>
            </a:r>
            <a:endParaRPr sz="3000"/>
          </a:p>
        </p:txBody>
      </p:sp>
      <p:sp>
        <p:nvSpPr>
          <p:cNvPr id="904" name="Google Shape;904;h6b926939289e7a42_0_1"/>
          <p:cNvSpPr/>
          <p:nvPr/>
        </p:nvSpPr>
        <p:spPr>
          <a:xfrm>
            <a:off x="812800" y="1496025"/>
            <a:ext cx="10566600" cy="5108100"/>
          </a:xfrm>
          <a:prstGeom prst="roundRect">
            <a:avLst>
              <a:gd fmla="val 2761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05" name="Google Shape;905;h6b926939289e7a42_0_1"/>
          <p:cNvSpPr/>
          <p:nvPr/>
        </p:nvSpPr>
        <p:spPr>
          <a:xfrm>
            <a:off x="10058400" y="6339880"/>
            <a:ext cx="13209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06" name="Google Shape;906;h6b926939289e7a42_0_1"/>
          <p:cNvSpPr/>
          <p:nvPr/>
        </p:nvSpPr>
        <p:spPr>
          <a:xfrm>
            <a:off x="1158950" y="1715095"/>
            <a:ext cx="406400" cy="279400"/>
          </a:xfrm>
          <a:custGeom>
            <a:rect b="b" l="l" r="r" t="t"/>
            <a:pathLst>
              <a:path extrusionOk="0" h="279400" w="406400">
                <a:moveTo>
                  <a:pt x="139700" y="0"/>
                </a:moveTo>
                <a:lnTo>
                  <a:pt x="266700" y="0"/>
                </a:lnTo>
                <a:cubicBezTo>
                  <a:pt x="303751" y="0"/>
                  <a:pt x="339284" y="14718"/>
                  <a:pt x="365483" y="40917"/>
                </a:cubicBezTo>
                <a:cubicBezTo>
                  <a:pt x="391682" y="67116"/>
                  <a:pt x="406400" y="102649"/>
                  <a:pt x="406400" y="139700"/>
                </a:cubicBezTo>
                <a:lnTo>
                  <a:pt x="406400" y="139700"/>
                </a:lnTo>
                <a:cubicBezTo>
                  <a:pt x="406400" y="216854"/>
                  <a:pt x="343854" y="279400"/>
                  <a:pt x="266700" y="279400"/>
                </a:cubicBezTo>
                <a:lnTo>
                  <a:pt x="139700" y="279400"/>
                </a:lnTo>
                <a:cubicBezTo>
                  <a:pt x="62546" y="279400"/>
                  <a:pt x="0" y="216854"/>
                  <a:pt x="0" y="139700"/>
                </a:cubicBezTo>
                <a:lnTo>
                  <a:pt x="0" y="139700"/>
                </a:lnTo>
                <a:cubicBezTo>
                  <a:pt x="0" y="62546"/>
                  <a:pt x="62546" y="0"/>
                  <a:pt x="139700" y="0"/>
                </a:cubicBezTo>
                <a:close/>
              </a:path>
            </a:pathLst>
          </a:custGeom>
          <a:solidFill>
            <a:srgbClr val="3A70F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</a:t>
            </a:r>
            <a:r>
              <a:rPr b="1" lang="en-US" sz="18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07" name="Google Shape;907;h6b926939289e7a42_0_1"/>
          <p:cNvSpPr/>
          <p:nvPr/>
        </p:nvSpPr>
        <p:spPr>
          <a:xfrm>
            <a:off x="1666950" y="1721450"/>
            <a:ext cx="44727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500"/>
              <a:buFont typeface="Malgun Gothic"/>
              <a:buNone/>
            </a:pPr>
            <a:r>
              <a:rPr b="1" lang="en-US" sz="2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경계값</a:t>
            </a:r>
            <a:endParaRPr b="0" i="0" sz="2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908" name="Google Shape;908;h6b926939289e7a42_0_1"/>
          <p:cNvGraphicFramePr/>
          <p:nvPr/>
        </p:nvGraphicFramePr>
        <p:xfrm>
          <a:off x="1930725" y="23622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{C6EE83A4-4D7C-47F0-BE3B-7B4E7B42BC90}</a:tableStyleId>
              </a:tblPr>
              <a:tblGrid>
                <a:gridCol w="3786450"/>
                <a:gridCol w="4544100"/>
              </a:tblGrid>
              <a:tr h="327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입력</a:t>
                      </a:r>
                      <a:endParaRPr b="1" sz="1600" u="none" cap="none" strike="noStrike"/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1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28282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기대 결과</a:t>
                      </a:r>
                      <a:endParaRPr sz="1600" u="none" cap="none" strike="noStrike"/>
                    </a:p>
                  </a:txBody>
                  <a:tcPr marT="53350" marB="53350" marR="53350" marL="53350">
                    <a:lnL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1FF"/>
                    </a:solidFill>
                  </a:tcPr>
                </a:tc>
              </a:tr>
              <a:tr h="32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600">
                          <a:solidFill>
                            <a:srgbClr val="282828"/>
                          </a:solidFill>
                        </a:rPr>
                        <a:t>hour 23,min 59, sec 59,msec 99</a:t>
                      </a:r>
                      <a:endParaRPr sz="1600" u="none" cap="none" strike="noStrike"/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0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Malgun Gothic"/>
                        <a:buNone/>
                      </a:pPr>
                      <a:r>
                        <a:rPr lang="en-US" sz="1600"/>
                        <a:t>tick_gen의 b_tick = 1</a:t>
                      </a:r>
                      <a:endParaRPr sz="1600" u="none" cap="none" strike="noStrike"/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2300">
                          <a:solidFill>
                            <a:srgbClr val="282828"/>
                          </a:solidFill>
                        </a:rPr>
                        <a:t>hour: 23-&gt; 00</a:t>
                      </a:r>
                      <a:endParaRPr sz="2300">
                        <a:solidFill>
                          <a:srgbClr val="282828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2300">
                          <a:solidFill>
                            <a:srgbClr val="282828"/>
                          </a:solidFill>
                        </a:rPr>
                        <a:t>min: 59-&gt;00</a:t>
                      </a:r>
                      <a:endParaRPr sz="2300">
                        <a:solidFill>
                          <a:srgbClr val="282828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2300">
                          <a:solidFill>
                            <a:srgbClr val="282828"/>
                          </a:solidFill>
                        </a:rPr>
                        <a:t>sec: 59-&gt;00</a:t>
                      </a:r>
                      <a:endParaRPr sz="2300">
                        <a:solidFill>
                          <a:srgbClr val="282828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8282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2300">
                          <a:solidFill>
                            <a:srgbClr val="282828"/>
                          </a:solidFill>
                        </a:rPr>
                        <a:t>msec: 99-&gt;00</a:t>
                      </a:r>
                      <a:endParaRPr sz="2300"/>
                    </a:p>
                    <a:p>
                      <a:pPr indent="0" lvl="0" marL="0" marR="0" rtl="0" algn="l">
                        <a:lnSpc>
                          <a:spcPct val="11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Malgun Gothic"/>
                        <a:buNone/>
                      </a:pPr>
                      <a:r>
                        <a:t/>
                      </a:r>
                      <a:endParaRPr sz="2300"/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BFF"/>
        </a:solidFill>
      </p:bgPr>
    </p:bg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h56107fcd60ec876a_0_259"/>
          <p:cNvSpPr/>
          <p:nvPr/>
        </p:nvSpPr>
        <p:spPr>
          <a:xfrm>
            <a:off x="-75" y="-12"/>
            <a:ext cx="12192000" cy="6858000"/>
          </a:xfrm>
          <a:prstGeom prst="rect">
            <a:avLst/>
          </a:prstGeom>
          <a:gradFill>
            <a:gsLst>
              <a:gs pos="0">
                <a:srgbClr val="E3EBFF"/>
              </a:gs>
              <a:gs pos="100000">
                <a:srgbClr val="F6F9FF"/>
              </a:gs>
            </a:gsLst>
            <a:lin ang="419989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15" name="Google Shape;915;h56107fcd60ec876a_0_259"/>
          <p:cNvSpPr txBox="1"/>
          <p:nvPr>
            <p:ph type="title"/>
          </p:nvPr>
        </p:nvSpPr>
        <p:spPr>
          <a:xfrm>
            <a:off x="3177396" y="514070"/>
            <a:ext cx="58371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Malgun Gothic"/>
              <a:buNone/>
            </a:pPr>
            <a:r>
              <a:rPr b="1" lang="en-US" sz="3000">
                <a:latin typeface="Malgun Gothic"/>
                <a:ea typeface="Malgun Gothic"/>
                <a:cs typeface="Malgun Gothic"/>
                <a:sym typeface="Malgun Gothic"/>
              </a:rPr>
              <a:t>시나리오 </a:t>
            </a:r>
            <a:r>
              <a:rPr b="1" lang="en-US"/>
              <a:t>5</a:t>
            </a:r>
            <a:r>
              <a:rPr b="1" lang="en-US" sz="3000">
                <a:latin typeface="Malgun Gothic"/>
                <a:ea typeface="Malgun Gothic"/>
                <a:cs typeface="Malgun Gothic"/>
                <a:sym typeface="Malgun Gothic"/>
              </a:rPr>
              <a:t> - 시뮬레이션</a:t>
            </a:r>
            <a:endParaRPr sz="3000"/>
          </a:p>
        </p:txBody>
      </p:sp>
      <p:sp>
        <p:nvSpPr>
          <p:cNvPr id="916" name="Google Shape;916;h56107fcd60ec876a_0_259"/>
          <p:cNvSpPr/>
          <p:nvPr/>
        </p:nvSpPr>
        <p:spPr>
          <a:xfrm>
            <a:off x="218055" y="606145"/>
            <a:ext cx="406400" cy="279400"/>
          </a:xfrm>
          <a:custGeom>
            <a:rect b="b" l="l" r="r" t="t"/>
            <a:pathLst>
              <a:path extrusionOk="0" h="279400" w="406400">
                <a:moveTo>
                  <a:pt x="139700" y="0"/>
                </a:moveTo>
                <a:lnTo>
                  <a:pt x="266700" y="0"/>
                </a:lnTo>
                <a:cubicBezTo>
                  <a:pt x="303751" y="0"/>
                  <a:pt x="339284" y="14718"/>
                  <a:pt x="365483" y="40917"/>
                </a:cubicBezTo>
                <a:cubicBezTo>
                  <a:pt x="391682" y="67116"/>
                  <a:pt x="406400" y="102649"/>
                  <a:pt x="406400" y="139700"/>
                </a:cubicBezTo>
                <a:lnTo>
                  <a:pt x="406400" y="139700"/>
                </a:lnTo>
                <a:cubicBezTo>
                  <a:pt x="406400" y="216854"/>
                  <a:pt x="343854" y="279400"/>
                  <a:pt x="266700" y="279400"/>
                </a:cubicBezTo>
                <a:lnTo>
                  <a:pt x="139700" y="279400"/>
                </a:lnTo>
                <a:cubicBezTo>
                  <a:pt x="62546" y="279400"/>
                  <a:pt x="0" y="216854"/>
                  <a:pt x="0" y="139700"/>
                </a:cubicBezTo>
                <a:lnTo>
                  <a:pt x="0" y="139700"/>
                </a:lnTo>
                <a:cubicBezTo>
                  <a:pt x="0" y="62546"/>
                  <a:pt x="62546" y="0"/>
                  <a:pt x="139700" y="0"/>
                </a:cubicBezTo>
                <a:close/>
              </a:path>
            </a:pathLst>
          </a:custGeom>
          <a:solidFill>
            <a:srgbClr val="3A70F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S4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17" name="Google Shape;917;h56107fcd60ec876a_0_259"/>
          <p:cNvSpPr/>
          <p:nvPr/>
        </p:nvSpPr>
        <p:spPr>
          <a:xfrm>
            <a:off x="726025" y="612500"/>
            <a:ext cx="32433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stopwatch / watch 백그라운드 작동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18" name="Google Shape;918;h56107fcd60ec876a_0_259"/>
          <p:cNvSpPr/>
          <p:nvPr/>
        </p:nvSpPr>
        <p:spPr>
          <a:xfrm>
            <a:off x="478200" y="1183838"/>
            <a:ext cx="11235600" cy="613800"/>
          </a:xfrm>
          <a:prstGeom prst="roundRect">
            <a:avLst>
              <a:gd fmla="val 4545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19" name="Google Shape;919;h56107fcd60ec876a_0_259"/>
          <p:cNvSpPr txBox="1"/>
          <p:nvPr/>
        </p:nvSpPr>
        <p:spPr>
          <a:xfrm>
            <a:off x="1464375" y="1222850"/>
            <a:ext cx="92634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41413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경계값 </a:t>
            </a:r>
            <a:r>
              <a:rPr b="1" lang="en-US" sz="2600">
                <a:solidFill>
                  <a:srgbClr val="141413"/>
                </a:solidFill>
                <a:latin typeface="Malgun Gothic"/>
                <a:ea typeface="Malgun Gothic"/>
                <a:cs typeface="Malgun Gothic"/>
                <a:sym typeface="Malgun Gothic"/>
              </a:rPr>
              <a:t> =&gt; 정상 동작 확인</a:t>
            </a:r>
            <a:endParaRPr b="1" sz="2600">
              <a:solidFill>
                <a:srgbClr val="14141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920" name="Google Shape;920;h56107fcd60ec876a_0_2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200" y="2368800"/>
            <a:ext cx="7678126" cy="3539351"/>
          </a:xfrm>
          <a:prstGeom prst="rect">
            <a:avLst/>
          </a:prstGeom>
          <a:noFill/>
          <a:ln>
            <a:noFill/>
          </a:ln>
        </p:spPr>
      </p:pic>
      <p:sp>
        <p:nvSpPr>
          <p:cNvPr id="921" name="Google Shape;921;h56107fcd60ec876a_0_259"/>
          <p:cNvSpPr/>
          <p:nvPr/>
        </p:nvSpPr>
        <p:spPr>
          <a:xfrm>
            <a:off x="4096613" y="3622350"/>
            <a:ext cx="441300" cy="27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99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2" name="Google Shape;922;h56107fcd60ec876a_0_259"/>
          <p:cNvSpPr/>
          <p:nvPr/>
        </p:nvSpPr>
        <p:spPr>
          <a:xfrm>
            <a:off x="4829188" y="3622350"/>
            <a:ext cx="441300" cy="27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00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3" name="Google Shape;923;h56107fcd60ec876a_0_259"/>
          <p:cNvSpPr/>
          <p:nvPr/>
        </p:nvSpPr>
        <p:spPr>
          <a:xfrm>
            <a:off x="4883538" y="4346775"/>
            <a:ext cx="441300" cy="27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59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4" name="Google Shape;924;h56107fcd60ec876a_0_259"/>
          <p:cNvSpPr/>
          <p:nvPr/>
        </p:nvSpPr>
        <p:spPr>
          <a:xfrm>
            <a:off x="5529088" y="4346775"/>
            <a:ext cx="441300" cy="27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00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5" name="Google Shape;925;h56107fcd60ec876a_0_259"/>
          <p:cNvSpPr/>
          <p:nvPr/>
        </p:nvSpPr>
        <p:spPr>
          <a:xfrm>
            <a:off x="5529088" y="5063025"/>
            <a:ext cx="441300" cy="27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59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6" name="Google Shape;926;h56107fcd60ec876a_0_259"/>
          <p:cNvSpPr/>
          <p:nvPr/>
        </p:nvSpPr>
        <p:spPr>
          <a:xfrm>
            <a:off x="6228988" y="5063025"/>
            <a:ext cx="441300" cy="27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00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7" name="Google Shape;927;h56107fcd60ec876a_0_259"/>
          <p:cNvSpPr/>
          <p:nvPr/>
        </p:nvSpPr>
        <p:spPr>
          <a:xfrm>
            <a:off x="6266988" y="5705725"/>
            <a:ext cx="441300" cy="27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23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8" name="Google Shape;928;h56107fcd60ec876a_0_259"/>
          <p:cNvSpPr/>
          <p:nvPr/>
        </p:nvSpPr>
        <p:spPr>
          <a:xfrm>
            <a:off x="6909688" y="5705725"/>
            <a:ext cx="441300" cy="27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00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929" name="Google Shape;929;h56107fcd60ec876a_0_259"/>
          <p:cNvCxnSpPr/>
          <p:nvPr/>
        </p:nvCxnSpPr>
        <p:spPr>
          <a:xfrm flipH="1" rot="10800000">
            <a:off x="8656500" y="4010550"/>
            <a:ext cx="795600" cy="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0" name="Google Shape;930;h56107fcd60ec876a_0_259"/>
          <p:cNvSpPr/>
          <p:nvPr/>
        </p:nvSpPr>
        <p:spPr>
          <a:xfrm>
            <a:off x="9522750" y="3248863"/>
            <a:ext cx="2539800" cy="1524000"/>
          </a:xfrm>
          <a:prstGeom prst="roundRect">
            <a:avLst>
              <a:gd fmla="val 4545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rPr b="1" lang="en-US">
                <a:latin typeface="Malgun Gothic"/>
                <a:ea typeface="Malgun Gothic"/>
                <a:cs typeface="Malgun Gothic"/>
                <a:sym typeface="Malgun Gothic"/>
              </a:rPr>
              <a:t>경계값 정상작동</a:t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1" sz="15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rPr b="1" lang="en-US" sz="1700">
                <a:latin typeface="Malgun Gothic"/>
                <a:ea typeface="Malgun Gothic"/>
                <a:cs typeface="Malgun Gothic"/>
                <a:sym typeface="Malgun Gothic"/>
              </a:rPr>
              <a:t>=&gt;정상 작동</a:t>
            </a:r>
            <a:endParaRPr b="1" sz="17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BFF"/>
        </a:solidFill>
      </p:bgPr>
    </p:bg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4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3EBFF"/>
              </a:gs>
              <a:gs pos="100000">
                <a:srgbClr val="F6F9FF"/>
              </a:gs>
            </a:gsLst>
            <a:lin ang="4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37" name="Google Shape;937;p42"/>
          <p:cNvSpPr txBox="1"/>
          <p:nvPr>
            <p:ph type="title"/>
          </p:nvPr>
        </p:nvSpPr>
        <p:spPr>
          <a:xfrm>
            <a:off x="3150930" y="527045"/>
            <a:ext cx="58902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600"/>
              <a:buFont typeface="Malgun Gothic"/>
              <a:buNone/>
            </a:pPr>
            <a:r>
              <a:rPr b="1" lang="en-US" sz="2600">
                <a:latin typeface="Malgun Gothic"/>
                <a:ea typeface="Malgun Gothic"/>
                <a:cs typeface="Malgun Gothic"/>
                <a:sym typeface="Malgun Gothic"/>
              </a:rPr>
              <a:t>TROUBLESHOOTING</a:t>
            </a:r>
            <a:endParaRPr sz="2600"/>
          </a:p>
        </p:txBody>
      </p:sp>
      <p:sp>
        <p:nvSpPr>
          <p:cNvPr id="938" name="Google Shape;938;p42"/>
          <p:cNvSpPr/>
          <p:nvPr/>
        </p:nvSpPr>
        <p:spPr>
          <a:xfrm>
            <a:off x="812800" y="1435001"/>
            <a:ext cx="6492875" cy="50800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5400000" dist="50800">
              <a:srgbClr val="3A70F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39" name="Google Shape;939;p42"/>
          <p:cNvSpPr/>
          <p:nvPr/>
        </p:nvSpPr>
        <p:spPr>
          <a:xfrm>
            <a:off x="990600" y="1549301"/>
            <a:ext cx="279400" cy="279400"/>
          </a:xfrm>
          <a:custGeom>
            <a:rect b="b" l="l" r="r" t="t"/>
            <a:pathLst>
              <a:path extrusionOk="0" h="279400" w="279400">
                <a:moveTo>
                  <a:pt x="139700" y="0"/>
                </a:moveTo>
                <a:lnTo>
                  <a:pt x="139700" y="0"/>
                </a:lnTo>
                <a:cubicBezTo>
                  <a:pt x="176751" y="0"/>
                  <a:pt x="212284" y="14718"/>
                  <a:pt x="238483" y="40917"/>
                </a:cubicBezTo>
                <a:cubicBezTo>
                  <a:pt x="264682" y="67116"/>
                  <a:pt x="279400" y="102649"/>
                  <a:pt x="279400" y="139700"/>
                </a:cubicBezTo>
                <a:lnTo>
                  <a:pt x="279400" y="139700"/>
                </a:lnTo>
                <a:cubicBezTo>
                  <a:pt x="279400" y="216854"/>
                  <a:pt x="216854" y="279400"/>
                  <a:pt x="139700" y="279400"/>
                </a:cubicBezTo>
                <a:lnTo>
                  <a:pt x="139700" y="279400"/>
                </a:lnTo>
                <a:cubicBezTo>
                  <a:pt x="62546" y="279400"/>
                  <a:pt x="0" y="216854"/>
                  <a:pt x="0" y="139700"/>
                </a:cubicBezTo>
                <a:lnTo>
                  <a:pt x="0" y="139700"/>
                </a:lnTo>
                <a:cubicBezTo>
                  <a:pt x="0" y="62546"/>
                  <a:pt x="62546" y="0"/>
                  <a:pt x="139700" y="0"/>
                </a:cubicBezTo>
                <a:close/>
              </a:path>
            </a:pathLst>
          </a:custGeom>
          <a:solidFill>
            <a:srgbClr val="3A70F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0" name="Google Shape;940;p42"/>
          <p:cNvSpPr/>
          <p:nvPr/>
        </p:nvSpPr>
        <p:spPr>
          <a:xfrm>
            <a:off x="1397000" y="1573411"/>
            <a:ext cx="59213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300"/>
              <a:buFont typeface="Malgun Gothic"/>
              <a:buNone/>
            </a:pPr>
            <a:r>
              <a:rPr b="1" i="0" lang="en-US" sz="19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현상</a:t>
            </a:r>
            <a:endParaRPr b="0" i="0" sz="1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1" name="Google Shape;941;p42"/>
          <p:cNvSpPr/>
          <p:nvPr/>
        </p:nvSpPr>
        <p:spPr>
          <a:xfrm>
            <a:off x="2032000" y="1582341"/>
            <a:ext cx="524875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200"/>
              <a:buFont typeface="Malgun Gothic"/>
              <a:buNone/>
            </a:pPr>
            <a:r>
              <a:rPr b="0" i="0" lang="en-US" sz="19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1의 자리 +1 : </a:t>
            </a:r>
            <a:r>
              <a:rPr lang="en-US" sz="19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09</a:t>
            </a:r>
            <a:r>
              <a:rPr b="0" i="0" lang="en-US" sz="19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</a:t>
            </a:r>
            <a:r>
              <a:rPr lang="en-US" sz="19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r>
              <a:rPr b="0" i="0" lang="en-US" sz="19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0,  </a:t>
            </a:r>
            <a:r>
              <a:rPr b="1" i="0" lang="en-US" sz="19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10의 자리까지 변경</a:t>
            </a:r>
            <a:endParaRPr b="1" i="0" sz="1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2" name="Google Shape;942;p42"/>
          <p:cNvSpPr/>
          <p:nvPr/>
        </p:nvSpPr>
        <p:spPr>
          <a:xfrm>
            <a:off x="812788" y="3816239"/>
            <a:ext cx="6492900" cy="50790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5400000" dist="50800">
              <a:srgbClr val="3A70F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3" name="Google Shape;943;p42"/>
          <p:cNvSpPr/>
          <p:nvPr/>
        </p:nvSpPr>
        <p:spPr>
          <a:xfrm>
            <a:off x="990588" y="3930539"/>
            <a:ext cx="279400" cy="279400"/>
          </a:xfrm>
          <a:custGeom>
            <a:rect b="b" l="l" r="r" t="t"/>
            <a:pathLst>
              <a:path extrusionOk="0" h="279400" w="279400">
                <a:moveTo>
                  <a:pt x="139700" y="0"/>
                </a:moveTo>
                <a:lnTo>
                  <a:pt x="139700" y="0"/>
                </a:lnTo>
                <a:cubicBezTo>
                  <a:pt x="176751" y="0"/>
                  <a:pt x="212284" y="14718"/>
                  <a:pt x="238483" y="40917"/>
                </a:cubicBezTo>
                <a:cubicBezTo>
                  <a:pt x="264682" y="67116"/>
                  <a:pt x="279400" y="102649"/>
                  <a:pt x="279400" y="139700"/>
                </a:cubicBezTo>
                <a:lnTo>
                  <a:pt x="279400" y="139700"/>
                </a:lnTo>
                <a:cubicBezTo>
                  <a:pt x="279400" y="216854"/>
                  <a:pt x="216854" y="279400"/>
                  <a:pt x="139700" y="279400"/>
                </a:cubicBezTo>
                <a:lnTo>
                  <a:pt x="139700" y="279400"/>
                </a:lnTo>
                <a:cubicBezTo>
                  <a:pt x="62546" y="279400"/>
                  <a:pt x="0" y="216854"/>
                  <a:pt x="0" y="139700"/>
                </a:cubicBezTo>
                <a:lnTo>
                  <a:pt x="0" y="139700"/>
                </a:lnTo>
                <a:cubicBezTo>
                  <a:pt x="0" y="62546"/>
                  <a:pt x="62546" y="0"/>
                  <a:pt x="139700" y="0"/>
                </a:cubicBezTo>
                <a:close/>
              </a:path>
            </a:pathLst>
          </a:custGeom>
          <a:solidFill>
            <a:srgbClr val="3A70F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4" name="Google Shape;944;p42"/>
          <p:cNvSpPr/>
          <p:nvPr/>
        </p:nvSpPr>
        <p:spPr>
          <a:xfrm>
            <a:off x="1396988" y="3954649"/>
            <a:ext cx="59213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300"/>
              <a:buFont typeface="Malgun Gothic"/>
              <a:buNone/>
            </a:pPr>
            <a:r>
              <a:rPr b="1" i="0" lang="en-US" sz="19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원인</a:t>
            </a:r>
            <a:endParaRPr b="0" i="0" sz="1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5" name="Google Shape;945;p42"/>
          <p:cNvSpPr/>
          <p:nvPr/>
        </p:nvSpPr>
        <p:spPr>
          <a:xfrm>
            <a:off x="2031988" y="3963579"/>
            <a:ext cx="5248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200"/>
              <a:buFont typeface="Malgun Gothic"/>
              <a:buNone/>
            </a:pPr>
            <a:r>
              <a:rPr b="1" i="0" lang="en-US" sz="19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counter 전체</a:t>
            </a:r>
            <a:r>
              <a:rPr b="0" i="0" lang="en-US" sz="19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 ±1 / ±10 → 자리 올림 · 내림</a:t>
            </a:r>
            <a:endParaRPr b="0" i="0" sz="1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6" name="Google Shape;946;p42"/>
          <p:cNvSpPr/>
          <p:nvPr/>
        </p:nvSpPr>
        <p:spPr>
          <a:xfrm>
            <a:off x="812800" y="2032550"/>
            <a:ext cx="10566300" cy="1682100"/>
          </a:xfrm>
          <a:prstGeom prst="roundRect">
            <a:avLst>
              <a:gd fmla="val 4457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5400000" dist="50800">
              <a:srgbClr val="3A70F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7" name="Google Shape;947;p42"/>
          <p:cNvSpPr/>
          <p:nvPr/>
        </p:nvSpPr>
        <p:spPr>
          <a:xfrm>
            <a:off x="812800" y="4430075"/>
            <a:ext cx="10566300" cy="1682100"/>
          </a:xfrm>
          <a:prstGeom prst="roundRect">
            <a:avLst>
              <a:gd fmla="val 4457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5400000" dist="50800">
              <a:srgbClr val="3A70F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948" name="Google Shape;94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0175" y="2038350"/>
            <a:ext cx="8249340" cy="1569450"/>
          </a:xfrm>
          <a:prstGeom prst="rect">
            <a:avLst/>
          </a:prstGeom>
          <a:noFill/>
          <a:ln>
            <a:noFill/>
          </a:ln>
        </p:spPr>
      </p:pic>
      <p:sp>
        <p:nvSpPr>
          <p:cNvPr id="949" name="Google Shape;949;p42"/>
          <p:cNvSpPr/>
          <p:nvPr/>
        </p:nvSpPr>
        <p:spPr>
          <a:xfrm>
            <a:off x="5234975" y="2850200"/>
            <a:ext cx="501900" cy="348300"/>
          </a:xfrm>
          <a:prstGeom prst="rect">
            <a:avLst/>
          </a:prstGeom>
          <a:noFill/>
          <a:ln cap="flat" cmpd="sng" w="76200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50" name="Google Shape;950;p42"/>
          <p:cNvSpPr/>
          <p:nvPr/>
        </p:nvSpPr>
        <p:spPr>
          <a:xfrm>
            <a:off x="7804475" y="2850200"/>
            <a:ext cx="501900" cy="348300"/>
          </a:xfrm>
          <a:prstGeom prst="rect">
            <a:avLst/>
          </a:prstGeom>
          <a:noFill/>
          <a:ln cap="flat" cmpd="sng" w="76200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51" name="Google Shape;951;p42"/>
          <p:cNvSpPr txBox="1"/>
          <p:nvPr/>
        </p:nvSpPr>
        <p:spPr>
          <a:xfrm>
            <a:off x="5982625" y="2989188"/>
            <a:ext cx="3993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Malgun Gothic"/>
              <a:buNone/>
            </a:pPr>
            <a:r>
              <a:rPr b="0" i="0" lang="en-US" sz="2800" u="none" cap="none" strike="noStrike">
                <a:solidFill>
                  <a:srgbClr val="141413"/>
                </a:solidFill>
                <a:highlight>
                  <a:srgbClr val="FFF2CC"/>
                </a:highlight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endParaRPr b="0" i="0" sz="2800" u="none" cap="none" strike="noStrike">
              <a:solidFill>
                <a:srgbClr val="141413"/>
              </a:solidFill>
              <a:highlight>
                <a:srgbClr val="FFF2CC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952" name="Google Shape;952;p42"/>
          <p:cNvCxnSpPr>
            <a:stCxn id="951" idx="3"/>
          </p:cNvCxnSpPr>
          <p:nvPr/>
        </p:nvCxnSpPr>
        <p:spPr>
          <a:xfrm flipH="1" rot="10800000">
            <a:off x="6381925" y="3293088"/>
            <a:ext cx="513000" cy="5400"/>
          </a:xfrm>
          <a:prstGeom prst="straightConnector1">
            <a:avLst/>
          </a:prstGeom>
          <a:noFill/>
          <a:ln cap="flat" cmpd="sng" w="38100">
            <a:solidFill>
              <a:srgbClr val="FFF2C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53" name="Google Shape;953;p42"/>
          <p:cNvSpPr txBox="1"/>
          <p:nvPr/>
        </p:nvSpPr>
        <p:spPr>
          <a:xfrm>
            <a:off x="6958800" y="2989200"/>
            <a:ext cx="6054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Malgun Gothic"/>
              <a:buNone/>
            </a:pPr>
            <a:r>
              <a:rPr b="0" i="0" lang="en-US" sz="2800" u="none" cap="none" strike="noStrike">
                <a:solidFill>
                  <a:srgbClr val="141413"/>
                </a:solidFill>
                <a:highlight>
                  <a:srgbClr val="FFF2CC"/>
                </a:highlight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endParaRPr b="0" i="0" sz="2800" u="none" cap="none" strike="noStrike">
              <a:solidFill>
                <a:srgbClr val="141413"/>
              </a:solidFill>
              <a:highlight>
                <a:srgbClr val="FFF2CC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954" name="Google Shape;954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0175" y="4532600"/>
            <a:ext cx="9158199" cy="136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42"/>
          <p:cNvSpPr/>
          <p:nvPr/>
        </p:nvSpPr>
        <p:spPr>
          <a:xfrm>
            <a:off x="6894925" y="4841900"/>
            <a:ext cx="2765700" cy="5079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BFF"/>
        </a:solidFill>
      </p:bgPr>
    </p:bg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h698aa550adcc4187_3_809"/>
          <p:cNvSpPr/>
          <p:nvPr/>
        </p:nvSpPr>
        <p:spPr>
          <a:xfrm>
            <a:off x="0" y="-61450"/>
            <a:ext cx="12192000" cy="6858000"/>
          </a:xfrm>
          <a:prstGeom prst="rect">
            <a:avLst/>
          </a:prstGeom>
          <a:gradFill>
            <a:gsLst>
              <a:gs pos="0">
                <a:srgbClr val="E3EBFF"/>
              </a:gs>
              <a:gs pos="100000">
                <a:srgbClr val="F6F9FF"/>
              </a:gs>
            </a:gsLst>
            <a:lin ang="419989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62" name="Google Shape;962;h698aa550adcc4187_3_809"/>
          <p:cNvSpPr txBox="1"/>
          <p:nvPr>
            <p:ph type="title"/>
          </p:nvPr>
        </p:nvSpPr>
        <p:spPr>
          <a:xfrm>
            <a:off x="3150930" y="527045"/>
            <a:ext cx="58902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600"/>
              <a:buFont typeface="Malgun Gothic"/>
              <a:buNone/>
            </a:pPr>
            <a:r>
              <a:rPr b="1" lang="en-US" sz="2600">
                <a:latin typeface="Malgun Gothic"/>
                <a:ea typeface="Malgun Gothic"/>
                <a:cs typeface="Malgun Gothic"/>
                <a:sym typeface="Malgun Gothic"/>
              </a:rPr>
              <a:t>TROUBLE SHOOTING</a:t>
            </a:r>
            <a:endParaRPr sz="2600"/>
          </a:p>
        </p:txBody>
      </p:sp>
      <p:sp>
        <p:nvSpPr>
          <p:cNvPr id="963" name="Google Shape;963;h698aa550adcc4187_3_809"/>
          <p:cNvSpPr/>
          <p:nvPr/>
        </p:nvSpPr>
        <p:spPr>
          <a:xfrm>
            <a:off x="758249" y="2032550"/>
            <a:ext cx="10828162" cy="1682100"/>
          </a:xfrm>
          <a:prstGeom prst="roundRect">
            <a:avLst>
              <a:gd fmla="val 4457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5400000" dist="50800">
              <a:srgbClr val="3A70F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64" name="Google Shape;964;h698aa550adcc4187_3_809"/>
          <p:cNvSpPr/>
          <p:nvPr/>
        </p:nvSpPr>
        <p:spPr>
          <a:xfrm>
            <a:off x="812800" y="4430075"/>
            <a:ext cx="10566300" cy="1682100"/>
          </a:xfrm>
          <a:prstGeom prst="roundRect">
            <a:avLst>
              <a:gd fmla="val 4457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5400000" dist="50800">
              <a:srgbClr val="3A70F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965" name="Google Shape;965;h698aa550adcc4187_3_809"/>
          <p:cNvGrpSpPr/>
          <p:nvPr/>
        </p:nvGrpSpPr>
        <p:grpSpPr>
          <a:xfrm>
            <a:off x="812800" y="1423051"/>
            <a:ext cx="6619900" cy="507900"/>
            <a:chOff x="812800" y="2654201"/>
            <a:chExt cx="6619900" cy="507900"/>
          </a:xfrm>
        </p:grpSpPr>
        <p:sp>
          <p:nvSpPr>
            <p:cNvPr id="966" name="Google Shape;966;h698aa550adcc4187_3_809"/>
            <p:cNvSpPr/>
            <p:nvPr/>
          </p:nvSpPr>
          <p:spPr>
            <a:xfrm>
              <a:off x="812800" y="2654201"/>
              <a:ext cx="6619900" cy="507900"/>
            </a:xfrm>
            <a:prstGeom prst="roundRect">
              <a:avLst>
                <a:gd fmla="val 20000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52400" rotWithShape="0" algn="bl" dir="5400000" dist="50800">
                <a:srgbClr val="3A70FC">
                  <a:alpha val="784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Malgun Gothic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67" name="Google Shape;967;h698aa550adcc4187_3_809"/>
            <p:cNvSpPr/>
            <p:nvPr/>
          </p:nvSpPr>
          <p:spPr>
            <a:xfrm>
              <a:off x="990600" y="2768501"/>
              <a:ext cx="279400" cy="279400"/>
            </a:xfrm>
            <a:custGeom>
              <a:rect b="b" l="l" r="r" t="t"/>
              <a:pathLst>
                <a:path extrusionOk="0" h="279400" w="279400">
                  <a:moveTo>
                    <a:pt x="139700" y="0"/>
                  </a:moveTo>
                  <a:lnTo>
                    <a:pt x="139700" y="0"/>
                  </a:lnTo>
                  <a:cubicBezTo>
                    <a:pt x="176751" y="0"/>
                    <a:pt x="212284" y="14718"/>
                    <a:pt x="238483" y="40917"/>
                  </a:cubicBezTo>
                  <a:cubicBezTo>
                    <a:pt x="264682" y="67116"/>
                    <a:pt x="279400" y="102649"/>
                    <a:pt x="279400" y="139700"/>
                  </a:cubicBezTo>
                  <a:lnTo>
                    <a:pt x="279400" y="139700"/>
                  </a:lnTo>
                  <a:cubicBezTo>
                    <a:pt x="279400" y="216854"/>
                    <a:pt x="216854" y="279400"/>
                    <a:pt x="139700" y="279400"/>
                  </a:cubicBezTo>
                  <a:lnTo>
                    <a:pt x="139700" y="279400"/>
                  </a:lnTo>
                  <a:cubicBezTo>
                    <a:pt x="62546" y="279400"/>
                    <a:pt x="0" y="216854"/>
                    <a:pt x="0" y="139700"/>
                  </a:cubicBezTo>
                  <a:lnTo>
                    <a:pt x="0" y="139700"/>
                  </a:lnTo>
                  <a:cubicBezTo>
                    <a:pt x="0" y="62546"/>
                    <a:pt x="62546" y="0"/>
                    <a:pt x="139700" y="0"/>
                  </a:cubicBezTo>
                  <a:close/>
                </a:path>
              </a:pathLst>
            </a:custGeom>
            <a:solidFill>
              <a:srgbClr val="3A70F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7999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algun Gothic"/>
                <a:buNone/>
              </a:pPr>
              <a:r>
                <a:rPr b="1" i="0" lang="en-US" sz="1700" u="none" cap="none" strike="noStrik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3</a:t>
              </a:r>
              <a:endParaRPr b="0" i="0" sz="17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68" name="Google Shape;968;h698aa550adcc4187_3_809"/>
            <p:cNvSpPr/>
            <p:nvPr/>
          </p:nvSpPr>
          <p:spPr>
            <a:xfrm>
              <a:off x="1397000" y="2792611"/>
              <a:ext cx="563563" cy="2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7999"/>
                </a:lnSpc>
                <a:spcBef>
                  <a:spcPts val="0"/>
                </a:spcBef>
                <a:spcAft>
                  <a:spcPts val="0"/>
                </a:spcAft>
                <a:buClr>
                  <a:srgbClr val="3A70FC"/>
                </a:buClr>
                <a:buSzPts val="1300"/>
                <a:buFont typeface="Malgun Gothic"/>
                <a:buNone/>
              </a:pPr>
              <a:r>
                <a:rPr b="1" i="0" lang="en-US" sz="1800" u="none" cap="none" strike="noStrike">
                  <a:solidFill>
                    <a:srgbClr val="3A70F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해결</a:t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69" name="Google Shape;969;h698aa550adcc4187_3_809"/>
            <p:cNvSpPr/>
            <p:nvPr/>
          </p:nvSpPr>
          <p:spPr>
            <a:xfrm>
              <a:off x="2032000" y="2801541"/>
              <a:ext cx="5400700" cy="2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7999"/>
                </a:lnSpc>
                <a:spcBef>
                  <a:spcPts val="0"/>
                </a:spcBef>
                <a:spcAft>
                  <a:spcPts val="0"/>
                </a:spcAft>
                <a:buClr>
                  <a:srgbClr val="282828"/>
                </a:buClr>
                <a:buSzPts val="1200"/>
                <a:buFont typeface="Malgun Gothic"/>
                <a:buNone/>
              </a:pPr>
              <a:r>
                <a:rPr b="0" i="0" lang="en-US" sz="1800" u="none" cap="none" strike="noStrike">
                  <a:solidFill>
                    <a:srgbClr val="28282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1의자리, 10의 자리로 </a:t>
              </a:r>
              <a:r>
                <a:rPr b="1" i="0" lang="en-US" sz="1800" u="none" cap="none" strike="noStrike">
                  <a:solidFill>
                    <a:srgbClr val="28282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분리</a:t>
              </a:r>
              <a:r>
                <a:rPr b="0" i="0" lang="en-US" sz="1800" u="none" cap="none" strike="noStrike">
                  <a:solidFill>
                    <a:srgbClr val="28282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→ 자리별 조건 → 합침</a:t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970" name="Google Shape;970;h698aa550adcc4187_3_809"/>
          <p:cNvGrpSpPr/>
          <p:nvPr/>
        </p:nvGrpSpPr>
        <p:grpSpPr>
          <a:xfrm>
            <a:off x="812799" y="3818413"/>
            <a:ext cx="7536698" cy="507900"/>
            <a:chOff x="812800" y="3263801"/>
            <a:chExt cx="6784975" cy="507900"/>
          </a:xfrm>
        </p:grpSpPr>
        <p:sp>
          <p:nvSpPr>
            <p:cNvPr id="971" name="Google Shape;971;h698aa550adcc4187_3_809"/>
            <p:cNvSpPr/>
            <p:nvPr/>
          </p:nvSpPr>
          <p:spPr>
            <a:xfrm>
              <a:off x="812800" y="3263801"/>
              <a:ext cx="6492900" cy="507900"/>
            </a:xfrm>
            <a:prstGeom prst="roundRect">
              <a:avLst>
                <a:gd fmla="val 20000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52400" rotWithShape="0" algn="bl" dir="5400000" dist="50800">
                <a:srgbClr val="3A70FC">
                  <a:alpha val="784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Malgun Gothic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72" name="Google Shape;972;h698aa550adcc4187_3_809"/>
            <p:cNvSpPr/>
            <p:nvPr/>
          </p:nvSpPr>
          <p:spPr>
            <a:xfrm>
              <a:off x="990600" y="3378101"/>
              <a:ext cx="279400" cy="279400"/>
            </a:xfrm>
            <a:custGeom>
              <a:rect b="b" l="l" r="r" t="t"/>
              <a:pathLst>
                <a:path extrusionOk="0" h="279400" w="279400">
                  <a:moveTo>
                    <a:pt x="139700" y="0"/>
                  </a:moveTo>
                  <a:lnTo>
                    <a:pt x="139700" y="0"/>
                  </a:lnTo>
                  <a:cubicBezTo>
                    <a:pt x="176751" y="0"/>
                    <a:pt x="212284" y="14718"/>
                    <a:pt x="238483" y="40917"/>
                  </a:cubicBezTo>
                  <a:cubicBezTo>
                    <a:pt x="264682" y="67116"/>
                    <a:pt x="279400" y="102649"/>
                    <a:pt x="279400" y="139700"/>
                  </a:cubicBezTo>
                  <a:lnTo>
                    <a:pt x="279400" y="139700"/>
                  </a:lnTo>
                  <a:cubicBezTo>
                    <a:pt x="279400" y="216854"/>
                    <a:pt x="216854" y="279400"/>
                    <a:pt x="139700" y="279400"/>
                  </a:cubicBezTo>
                  <a:lnTo>
                    <a:pt x="139700" y="279400"/>
                  </a:lnTo>
                  <a:cubicBezTo>
                    <a:pt x="62546" y="279400"/>
                    <a:pt x="0" y="216854"/>
                    <a:pt x="0" y="139700"/>
                  </a:cubicBezTo>
                  <a:lnTo>
                    <a:pt x="0" y="139700"/>
                  </a:lnTo>
                  <a:cubicBezTo>
                    <a:pt x="0" y="62546"/>
                    <a:pt x="62546" y="0"/>
                    <a:pt x="139700" y="0"/>
                  </a:cubicBezTo>
                  <a:close/>
                </a:path>
              </a:pathLst>
            </a:custGeom>
            <a:solidFill>
              <a:srgbClr val="3A70F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7999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algun Gothic"/>
                <a:buNone/>
              </a:pPr>
              <a:r>
                <a:rPr b="1" i="0" lang="en-US" sz="1800" u="none" cap="none" strike="noStrik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4</a:t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73" name="Google Shape;973;h698aa550adcc4187_3_809"/>
            <p:cNvSpPr/>
            <p:nvPr/>
          </p:nvSpPr>
          <p:spPr>
            <a:xfrm>
              <a:off x="1397000" y="3402211"/>
              <a:ext cx="563563" cy="2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7999"/>
                </a:lnSpc>
                <a:spcBef>
                  <a:spcPts val="0"/>
                </a:spcBef>
                <a:spcAft>
                  <a:spcPts val="0"/>
                </a:spcAft>
                <a:buClr>
                  <a:srgbClr val="3A70FC"/>
                </a:buClr>
                <a:buSzPts val="1300"/>
                <a:buFont typeface="Malgun Gothic"/>
                <a:buNone/>
              </a:pPr>
              <a:r>
                <a:rPr b="1" i="0" lang="en-US" sz="1800" u="none" cap="none" strike="noStrike">
                  <a:solidFill>
                    <a:srgbClr val="3A70F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</a:t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74" name="Google Shape;974;h698aa550adcc4187_3_809"/>
            <p:cNvSpPr/>
            <p:nvPr/>
          </p:nvSpPr>
          <p:spPr>
            <a:xfrm>
              <a:off x="2032000" y="3411141"/>
              <a:ext cx="5565775" cy="2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7999"/>
                </a:lnSpc>
                <a:spcBef>
                  <a:spcPts val="0"/>
                </a:spcBef>
                <a:spcAft>
                  <a:spcPts val="0"/>
                </a:spcAft>
                <a:buClr>
                  <a:srgbClr val="282828"/>
                </a:buClr>
                <a:buSzPts val="1200"/>
                <a:buFont typeface="Malgun Gothic"/>
                <a:buNone/>
              </a:pPr>
              <a:r>
                <a:rPr b="0" i="0" lang="en-US" sz="1800" u="none" cap="none" strike="noStrike">
                  <a:solidFill>
                    <a:srgbClr val="28282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1의 자리 변경이 10의 자리에 영향 없음 =&gt; </a:t>
              </a:r>
              <a:r>
                <a:rPr b="1" i="0" lang="en-US" sz="1800" u="none" cap="none" strike="noStrike">
                  <a:solidFill>
                    <a:srgbClr val="28282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정상</a:t>
              </a:r>
              <a:r>
                <a:rPr b="0" i="0" lang="en-US" sz="1800" u="none" cap="none" strike="noStrike">
                  <a:solidFill>
                    <a:srgbClr val="28282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동작</a:t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975" name="Google Shape;975;h698aa550adcc4187_3_8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7453" y="2910903"/>
            <a:ext cx="10566299" cy="539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976" name="Google Shape;976;h698aa550adcc4187_3_80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7453" y="2160050"/>
            <a:ext cx="10316100" cy="55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7" name="Google Shape;977;h698aa550adcc4187_3_80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7450" y="4532550"/>
            <a:ext cx="6024275" cy="1513150"/>
          </a:xfrm>
          <a:prstGeom prst="rect">
            <a:avLst/>
          </a:prstGeom>
          <a:noFill/>
          <a:ln>
            <a:noFill/>
          </a:ln>
        </p:spPr>
      </p:pic>
      <p:sp>
        <p:nvSpPr>
          <p:cNvPr id="978" name="Google Shape;978;h698aa550adcc4187_3_809"/>
          <p:cNvSpPr/>
          <p:nvPr/>
        </p:nvSpPr>
        <p:spPr>
          <a:xfrm>
            <a:off x="4579500" y="5298025"/>
            <a:ext cx="501900" cy="348300"/>
          </a:xfrm>
          <a:prstGeom prst="rect">
            <a:avLst/>
          </a:prstGeom>
          <a:noFill/>
          <a:ln cap="flat" cmpd="sng" w="76200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79" name="Google Shape;979;h698aa550adcc4187_3_809"/>
          <p:cNvSpPr/>
          <p:nvPr/>
        </p:nvSpPr>
        <p:spPr>
          <a:xfrm>
            <a:off x="6237475" y="5298025"/>
            <a:ext cx="501900" cy="348300"/>
          </a:xfrm>
          <a:prstGeom prst="rect">
            <a:avLst/>
          </a:prstGeom>
          <a:noFill/>
          <a:ln cap="flat" cmpd="sng" w="76200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80" name="Google Shape;980;h698aa550adcc4187_3_809"/>
          <p:cNvSpPr txBox="1"/>
          <p:nvPr/>
        </p:nvSpPr>
        <p:spPr>
          <a:xfrm>
            <a:off x="4579500" y="5564375"/>
            <a:ext cx="6963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Malgun Gothic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09</a:t>
            </a:r>
            <a:endParaRPr b="0" i="0" sz="2800" u="none" cap="none" strike="noStrike">
              <a:solidFill>
                <a:srgbClr val="FF0000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981" name="Google Shape;981;h698aa550adcc4187_3_809"/>
          <p:cNvCxnSpPr>
            <a:stCxn id="980" idx="3"/>
          </p:cNvCxnSpPr>
          <p:nvPr/>
        </p:nvCxnSpPr>
        <p:spPr>
          <a:xfrm flipH="1" rot="10800000">
            <a:off x="5275800" y="5868275"/>
            <a:ext cx="513000" cy="540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82" name="Google Shape;982;h698aa550adcc4187_3_809"/>
          <p:cNvSpPr txBox="1"/>
          <p:nvPr/>
        </p:nvSpPr>
        <p:spPr>
          <a:xfrm>
            <a:off x="5847900" y="5561675"/>
            <a:ext cx="6054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Malgun Gothic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00</a:t>
            </a:r>
            <a:endParaRPr b="0" i="0" sz="2800" u="none" cap="none" strike="noStrike">
              <a:solidFill>
                <a:srgbClr val="FF0000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83" name="Google Shape;983;h698aa550adcc4187_3_809"/>
          <p:cNvSpPr/>
          <p:nvPr/>
        </p:nvSpPr>
        <p:spPr>
          <a:xfrm>
            <a:off x="2304550" y="2091075"/>
            <a:ext cx="501900" cy="3483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84" name="Google Shape;984;h698aa550adcc4187_3_809"/>
          <p:cNvSpPr/>
          <p:nvPr/>
        </p:nvSpPr>
        <p:spPr>
          <a:xfrm>
            <a:off x="2304550" y="2837500"/>
            <a:ext cx="605400" cy="348300"/>
          </a:xfrm>
          <a:prstGeom prst="rect">
            <a:avLst/>
          </a:prstGeom>
          <a:noFill/>
          <a:ln cap="flat" cmpd="sng" w="762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BFF"/>
        </a:solidFill>
      </p:bgPr>
    </p:bg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3EBFF"/>
              </a:gs>
              <a:gs pos="100000">
                <a:srgbClr val="F6F9FF"/>
              </a:gs>
            </a:gsLst>
            <a:lin ang="4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91" name="Google Shape;991;p41"/>
          <p:cNvSpPr txBox="1"/>
          <p:nvPr>
            <p:ph type="title"/>
          </p:nvPr>
        </p:nvSpPr>
        <p:spPr>
          <a:xfrm>
            <a:off x="4730244" y="861020"/>
            <a:ext cx="2731413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Malgun Gothic"/>
              <a:buNone/>
            </a:pPr>
            <a:r>
              <a:rPr b="1" i="0" lang="en-US" sz="3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보드 동작</a:t>
            </a:r>
            <a:endParaRPr sz="3000"/>
          </a:p>
        </p:txBody>
      </p:sp>
      <p:grpSp>
        <p:nvGrpSpPr>
          <p:cNvPr id="992" name="Google Shape;992;p41"/>
          <p:cNvGrpSpPr/>
          <p:nvPr/>
        </p:nvGrpSpPr>
        <p:grpSpPr>
          <a:xfrm>
            <a:off x="8177958" y="1723850"/>
            <a:ext cx="3596700" cy="3234000"/>
            <a:chOff x="8177958" y="2381750"/>
            <a:chExt cx="3596700" cy="3234000"/>
          </a:xfrm>
        </p:grpSpPr>
        <p:sp>
          <p:nvSpPr>
            <p:cNvPr id="993" name="Google Shape;993;p41"/>
            <p:cNvSpPr/>
            <p:nvPr/>
          </p:nvSpPr>
          <p:spPr>
            <a:xfrm>
              <a:off x="8177958" y="2381750"/>
              <a:ext cx="3596700" cy="3234000"/>
            </a:xfrm>
            <a:prstGeom prst="roundRect">
              <a:avLst>
                <a:gd fmla="val 5270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255636" rotWithShape="0" algn="bl" dir="5400000" dist="85212">
                <a:srgbClr val="3A70FC">
                  <a:alpha val="7843"/>
                </a:srgbClr>
              </a:outerShdw>
            </a:effectLst>
          </p:spPr>
          <p:txBody>
            <a:bodyPr anchorCtr="0" anchor="ctr" bIns="153350" lIns="153350" spcFirstLastPara="1" rIns="153350" wrap="square" tIns="153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Malgun Gothic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94" name="Google Shape;994;p41"/>
            <p:cNvSpPr/>
            <p:nvPr/>
          </p:nvSpPr>
          <p:spPr>
            <a:xfrm>
              <a:off x="8280200" y="5044625"/>
              <a:ext cx="3339300" cy="4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7983"/>
                </a:lnSpc>
                <a:spcBef>
                  <a:spcPts val="0"/>
                </a:spcBef>
                <a:spcAft>
                  <a:spcPts val="0"/>
                </a:spcAft>
                <a:buClr>
                  <a:srgbClr val="282828"/>
                </a:buClr>
                <a:buSzPts val="2013"/>
                <a:buFont typeface="Malgun Gothic"/>
                <a:buNone/>
              </a:pPr>
              <a:r>
                <a:rPr b="1" i="0" lang="en-US" sz="2013" u="none" cap="none" strike="noStrike">
                  <a:solidFill>
                    <a:srgbClr val="28282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스톱워치 랩 표시</a:t>
              </a:r>
              <a:endParaRPr b="0" i="0" sz="2013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995" name="Google Shape;995;p41" title="laptime_동작확인.gif"/>
            <p:cNvPicPr preferRelativeResize="0"/>
            <p:nvPr/>
          </p:nvPicPr>
          <p:blipFill rotWithShape="1">
            <a:blip r:embed="rId3">
              <a:alphaModFix/>
            </a:blip>
            <a:srcRect b="6323" l="9793" r="9809" t="10260"/>
            <a:stretch/>
          </p:blipFill>
          <p:spPr>
            <a:xfrm>
              <a:off x="8280025" y="2567450"/>
              <a:ext cx="3339425" cy="2339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96" name="Google Shape;996;p41"/>
          <p:cNvGrpSpPr/>
          <p:nvPr/>
        </p:nvGrpSpPr>
        <p:grpSpPr>
          <a:xfrm>
            <a:off x="4246582" y="1723850"/>
            <a:ext cx="3596700" cy="3234000"/>
            <a:chOff x="4246582" y="2381750"/>
            <a:chExt cx="3596700" cy="3234000"/>
          </a:xfrm>
        </p:grpSpPr>
        <p:sp>
          <p:nvSpPr>
            <p:cNvPr id="997" name="Google Shape;997;p41"/>
            <p:cNvSpPr/>
            <p:nvPr/>
          </p:nvSpPr>
          <p:spPr>
            <a:xfrm>
              <a:off x="4246582" y="2381750"/>
              <a:ext cx="3596700" cy="3234000"/>
            </a:xfrm>
            <a:prstGeom prst="roundRect">
              <a:avLst>
                <a:gd fmla="val 5270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255636" rotWithShape="0" algn="bl" dir="5400000" dist="85212">
                <a:srgbClr val="3A70FC">
                  <a:alpha val="7843"/>
                </a:srgbClr>
              </a:outerShdw>
            </a:effectLst>
          </p:spPr>
          <p:txBody>
            <a:bodyPr anchorCtr="0" anchor="ctr" bIns="153350" lIns="153350" spcFirstLastPara="1" rIns="153350" wrap="square" tIns="153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Malgun Gothic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998" name="Google Shape;998;p41" title="watch시간수정_동작확인.gif"/>
            <p:cNvPicPr preferRelativeResize="0"/>
            <p:nvPr/>
          </p:nvPicPr>
          <p:blipFill rotWithShape="1">
            <a:blip r:embed="rId4">
              <a:alphaModFix/>
            </a:blip>
            <a:srcRect b="0" l="15566" r="5138" t="18712"/>
            <a:stretch/>
          </p:blipFill>
          <p:spPr>
            <a:xfrm>
              <a:off x="4426300" y="2559525"/>
              <a:ext cx="3215650" cy="2339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9" name="Google Shape;999;p41"/>
            <p:cNvSpPr/>
            <p:nvPr/>
          </p:nvSpPr>
          <p:spPr>
            <a:xfrm>
              <a:off x="4426400" y="5044625"/>
              <a:ext cx="3339300" cy="4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7983"/>
                </a:lnSpc>
                <a:spcBef>
                  <a:spcPts val="0"/>
                </a:spcBef>
                <a:spcAft>
                  <a:spcPts val="0"/>
                </a:spcAft>
                <a:buClr>
                  <a:srgbClr val="282828"/>
                </a:buClr>
                <a:buSzPts val="2013"/>
                <a:buFont typeface="Malgun Gothic"/>
                <a:buNone/>
              </a:pPr>
              <a:r>
                <a:rPr b="1" i="0" lang="en-US" sz="2013" u="none" cap="none" strike="noStrike">
                  <a:solidFill>
                    <a:srgbClr val="28282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수정 커서 깜빡임</a:t>
              </a:r>
              <a:endParaRPr b="0" i="0" sz="2013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000" name="Google Shape;1000;p41"/>
          <p:cNvGrpSpPr/>
          <p:nvPr/>
        </p:nvGrpSpPr>
        <p:grpSpPr>
          <a:xfrm>
            <a:off x="315200" y="1723850"/>
            <a:ext cx="3596700" cy="3234000"/>
            <a:chOff x="315200" y="4119000"/>
            <a:chExt cx="3596700" cy="3234000"/>
          </a:xfrm>
        </p:grpSpPr>
        <p:sp>
          <p:nvSpPr>
            <p:cNvPr id="1001" name="Google Shape;1001;p41"/>
            <p:cNvSpPr/>
            <p:nvPr/>
          </p:nvSpPr>
          <p:spPr>
            <a:xfrm>
              <a:off x="315200" y="4119000"/>
              <a:ext cx="3596700" cy="3234000"/>
            </a:xfrm>
            <a:prstGeom prst="roundRect">
              <a:avLst>
                <a:gd fmla="val 5270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255636" rotWithShape="0" algn="bl" dir="5400000" dist="85212">
                <a:srgbClr val="3A70FC">
                  <a:alpha val="7843"/>
                </a:srgbClr>
              </a:outerShdw>
            </a:effectLst>
          </p:spPr>
          <p:txBody>
            <a:bodyPr anchorCtr="0" anchor="ctr" bIns="153350" lIns="153350" spcFirstLastPara="1" rIns="153350" wrap="square" tIns="153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Malgun Gothic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1002" name="Google Shape;1002;p41" title="자리수변경_동작확인.gif"/>
            <p:cNvPicPr preferRelativeResize="0"/>
            <p:nvPr/>
          </p:nvPicPr>
          <p:blipFill rotWithShape="1">
            <a:blip r:embed="rId5">
              <a:alphaModFix/>
            </a:blip>
            <a:srcRect b="20121" l="7157" r="11050" t="0"/>
            <a:stretch/>
          </p:blipFill>
          <p:spPr>
            <a:xfrm>
              <a:off x="499250" y="4331525"/>
              <a:ext cx="3283950" cy="2276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3" name="Google Shape;1003;p41"/>
            <p:cNvSpPr/>
            <p:nvPr/>
          </p:nvSpPr>
          <p:spPr>
            <a:xfrm>
              <a:off x="443900" y="6795500"/>
              <a:ext cx="3339300" cy="4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7983"/>
                </a:lnSpc>
                <a:spcBef>
                  <a:spcPts val="0"/>
                </a:spcBef>
                <a:spcAft>
                  <a:spcPts val="0"/>
                </a:spcAft>
                <a:buClr>
                  <a:srgbClr val="282828"/>
                </a:buClr>
                <a:buSzPts val="2013"/>
                <a:buFont typeface="Malgun Gothic"/>
                <a:buNone/>
              </a:pPr>
              <a:r>
                <a:rPr b="1" i="0" lang="en-US" sz="2013" u="none" cap="none" strike="noStrike">
                  <a:solidFill>
                    <a:srgbClr val="28282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시계 hour:min |sec:msec</a:t>
              </a:r>
              <a:endParaRPr b="0" i="0" sz="2013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004" name="Google Shape;1004;p41"/>
          <p:cNvCxnSpPr>
            <a:endCxn id="1005" idx="0"/>
          </p:cNvCxnSpPr>
          <p:nvPr/>
        </p:nvCxnSpPr>
        <p:spPr>
          <a:xfrm>
            <a:off x="2112650" y="5031000"/>
            <a:ext cx="900" cy="540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05" name="Google Shape;1005;p41"/>
          <p:cNvSpPr/>
          <p:nvPr/>
        </p:nvSpPr>
        <p:spPr>
          <a:xfrm>
            <a:off x="843650" y="5571300"/>
            <a:ext cx="2539800" cy="991800"/>
          </a:xfrm>
          <a:prstGeom prst="roundRect">
            <a:avLst>
              <a:gd fmla="val 4545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rPr b="1" lang="en-US">
                <a:latin typeface="Malgun Gothic"/>
                <a:ea typeface="Malgun Gothic"/>
                <a:cs typeface="Malgun Gothic"/>
                <a:sym typeface="Malgun Gothic"/>
              </a:rPr>
              <a:t>표시모드 전환</a:t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1" sz="15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rPr b="1" lang="en-US" sz="1700">
                <a:latin typeface="Malgun Gothic"/>
                <a:ea typeface="Malgun Gothic"/>
                <a:cs typeface="Malgun Gothic"/>
                <a:sym typeface="Malgun Gothic"/>
              </a:rPr>
              <a:t>=&gt;정상 작동</a:t>
            </a:r>
            <a:endParaRPr b="1" sz="17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06" name="Google Shape;1006;p41"/>
          <p:cNvCxnSpPr>
            <a:endCxn id="1007" idx="0"/>
          </p:cNvCxnSpPr>
          <p:nvPr/>
        </p:nvCxnSpPr>
        <p:spPr>
          <a:xfrm>
            <a:off x="6044025" y="5031000"/>
            <a:ext cx="900" cy="540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07" name="Google Shape;1007;p41"/>
          <p:cNvSpPr/>
          <p:nvPr/>
        </p:nvSpPr>
        <p:spPr>
          <a:xfrm>
            <a:off x="4775025" y="5571300"/>
            <a:ext cx="2539800" cy="991800"/>
          </a:xfrm>
          <a:prstGeom prst="roundRect">
            <a:avLst>
              <a:gd fmla="val 4545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rPr b="1" lang="en-US">
                <a:latin typeface="Malgun Gothic"/>
                <a:ea typeface="Malgun Gothic"/>
                <a:cs typeface="Malgun Gothic"/>
                <a:sym typeface="Malgun Gothic"/>
              </a:rPr>
              <a:t>수정 &amp; 커서 점멸</a:t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1" sz="15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rPr b="1" lang="en-US" sz="1700">
                <a:latin typeface="Malgun Gothic"/>
                <a:ea typeface="Malgun Gothic"/>
                <a:cs typeface="Malgun Gothic"/>
                <a:sym typeface="Malgun Gothic"/>
              </a:rPr>
              <a:t>=&gt;정상 작동</a:t>
            </a:r>
            <a:endParaRPr b="1" sz="17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08" name="Google Shape;1008;p41"/>
          <p:cNvCxnSpPr>
            <a:endCxn id="1009" idx="0"/>
          </p:cNvCxnSpPr>
          <p:nvPr/>
        </p:nvCxnSpPr>
        <p:spPr>
          <a:xfrm>
            <a:off x="9975400" y="5031000"/>
            <a:ext cx="900" cy="540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09" name="Google Shape;1009;p41"/>
          <p:cNvSpPr/>
          <p:nvPr/>
        </p:nvSpPr>
        <p:spPr>
          <a:xfrm>
            <a:off x="8706400" y="5571300"/>
            <a:ext cx="2539800" cy="991800"/>
          </a:xfrm>
          <a:prstGeom prst="roundRect">
            <a:avLst>
              <a:gd fmla="val 4545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rPr b="1" lang="en-US">
                <a:latin typeface="Malgun Gothic"/>
                <a:ea typeface="Malgun Gothic"/>
                <a:cs typeface="Malgun Gothic"/>
                <a:sym typeface="Malgun Gothic"/>
              </a:rPr>
              <a:t>laptime 기능</a:t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1" sz="15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rPr b="1" lang="en-US" sz="1700">
                <a:latin typeface="Malgun Gothic"/>
                <a:ea typeface="Malgun Gothic"/>
                <a:cs typeface="Malgun Gothic"/>
                <a:sym typeface="Malgun Gothic"/>
              </a:rPr>
              <a:t>=&gt;정상 작동</a:t>
            </a:r>
            <a:endParaRPr b="1" sz="17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BFF"/>
        </a:solidFill>
      </p:bgPr>
    </p:bg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3EBFF"/>
              </a:gs>
              <a:gs pos="100000">
                <a:srgbClr val="F6F9FF"/>
              </a:gs>
            </a:gsLst>
            <a:lin ang="419989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16" name="Google Shape;1016;p44"/>
          <p:cNvSpPr txBox="1"/>
          <p:nvPr/>
        </p:nvSpPr>
        <p:spPr>
          <a:xfrm>
            <a:off x="1596000" y="861020"/>
            <a:ext cx="90000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한계점 및 개선 방향</a:t>
            </a:r>
            <a:endParaRPr sz="3000">
              <a:solidFill>
                <a:srgbClr val="282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17" name="Google Shape;1017;p44"/>
          <p:cNvSpPr txBox="1"/>
          <p:nvPr/>
        </p:nvSpPr>
        <p:spPr>
          <a:xfrm>
            <a:off x="1962800" y="1500000"/>
            <a:ext cx="30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CA3AF"/>
                </a:solidFill>
                <a:latin typeface="Malgun Gothic"/>
                <a:ea typeface="Malgun Gothic"/>
                <a:cs typeface="Malgun Gothic"/>
                <a:sym typeface="Malgun Gothic"/>
              </a:rPr>
              <a:t>LIMITATION</a:t>
            </a:r>
            <a:endParaRPr/>
          </a:p>
        </p:txBody>
      </p:sp>
      <p:sp>
        <p:nvSpPr>
          <p:cNvPr id="1018" name="Google Shape;1018;p44"/>
          <p:cNvSpPr txBox="1"/>
          <p:nvPr/>
        </p:nvSpPr>
        <p:spPr>
          <a:xfrm>
            <a:off x="6450000" y="1500000"/>
            <a:ext cx="30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IMPROVEMENT</a:t>
            </a:r>
            <a:endParaRPr/>
          </a:p>
        </p:txBody>
      </p:sp>
      <p:sp>
        <p:nvSpPr>
          <p:cNvPr id="1019" name="Google Shape;1019;p44"/>
          <p:cNvSpPr/>
          <p:nvPr/>
        </p:nvSpPr>
        <p:spPr>
          <a:xfrm>
            <a:off x="812800" y="1830000"/>
            <a:ext cx="10426800" cy="12501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2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44"/>
          <p:cNvSpPr/>
          <p:nvPr/>
        </p:nvSpPr>
        <p:spPr>
          <a:xfrm>
            <a:off x="1142800" y="2155000"/>
            <a:ext cx="600000" cy="600000"/>
          </a:xfrm>
          <a:prstGeom prst="ellipse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/>
          </a:p>
        </p:txBody>
      </p:sp>
      <p:sp>
        <p:nvSpPr>
          <p:cNvPr id="1021" name="Google Shape;1021;p44"/>
          <p:cNvSpPr txBox="1"/>
          <p:nvPr/>
        </p:nvSpPr>
        <p:spPr>
          <a:xfrm>
            <a:off x="1917850" y="2262600"/>
            <a:ext cx="3437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증감 모드 확인 불가</a:t>
            </a:r>
            <a:endParaRPr/>
          </a:p>
        </p:txBody>
      </p:sp>
      <p:sp>
        <p:nvSpPr>
          <p:cNvPr id="1022" name="Google Shape;1022;p44"/>
          <p:cNvSpPr/>
          <p:nvPr/>
        </p:nvSpPr>
        <p:spPr>
          <a:xfrm>
            <a:off x="5530000" y="2305000"/>
            <a:ext cx="420000" cy="30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A70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44"/>
          <p:cNvSpPr/>
          <p:nvPr/>
        </p:nvSpPr>
        <p:spPr>
          <a:xfrm>
            <a:off x="6150000" y="1980000"/>
            <a:ext cx="4939500" cy="950100"/>
          </a:xfrm>
          <a:prstGeom prst="roundRect">
            <a:avLst>
              <a:gd fmla="val 15000" name="adj"/>
            </a:avLst>
          </a:prstGeom>
          <a:solidFill>
            <a:srgbClr val="E9F1FF"/>
          </a:solidFill>
          <a:ln>
            <a:noFill/>
          </a:ln>
        </p:spPr>
        <p:txBody>
          <a:bodyPr anchorCtr="0" anchor="ctr" bIns="45700" lIns="300000" spcFirstLastPara="1" rIns="3000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증감 모드 전환 시 현재 상태 LED 출력</a:t>
            </a:r>
            <a:endParaRPr/>
          </a:p>
        </p:txBody>
      </p:sp>
      <p:sp>
        <p:nvSpPr>
          <p:cNvPr id="1024" name="Google Shape;1024;p44"/>
          <p:cNvSpPr/>
          <p:nvPr/>
        </p:nvSpPr>
        <p:spPr>
          <a:xfrm>
            <a:off x="812800" y="3270000"/>
            <a:ext cx="10426800" cy="12501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2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p44"/>
          <p:cNvSpPr/>
          <p:nvPr/>
        </p:nvSpPr>
        <p:spPr>
          <a:xfrm>
            <a:off x="1142800" y="3595000"/>
            <a:ext cx="600000" cy="600000"/>
          </a:xfrm>
          <a:prstGeom prst="ellipse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/>
          </a:p>
        </p:txBody>
      </p:sp>
      <p:sp>
        <p:nvSpPr>
          <p:cNvPr id="1026" name="Google Shape;1026;p44"/>
          <p:cNvSpPr txBox="1"/>
          <p:nvPr/>
        </p:nvSpPr>
        <p:spPr>
          <a:xfrm>
            <a:off x="1917850" y="3702600"/>
            <a:ext cx="3437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laptime과 stop 구별 불가</a:t>
            </a:r>
            <a:endParaRPr/>
          </a:p>
        </p:txBody>
      </p:sp>
      <p:sp>
        <p:nvSpPr>
          <p:cNvPr id="1027" name="Google Shape;1027;p44"/>
          <p:cNvSpPr/>
          <p:nvPr/>
        </p:nvSpPr>
        <p:spPr>
          <a:xfrm>
            <a:off x="5530000" y="3745000"/>
            <a:ext cx="420000" cy="30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A70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44"/>
          <p:cNvSpPr/>
          <p:nvPr/>
        </p:nvSpPr>
        <p:spPr>
          <a:xfrm>
            <a:off x="6150000" y="3420000"/>
            <a:ext cx="4939500" cy="950100"/>
          </a:xfrm>
          <a:prstGeom prst="roundRect">
            <a:avLst>
              <a:gd fmla="val 15000" name="adj"/>
            </a:avLst>
          </a:prstGeom>
          <a:solidFill>
            <a:srgbClr val="E9F1FF"/>
          </a:solidFill>
          <a:ln>
            <a:noFill/>
          </a:ln>
        </p:spPr>
        <p:txBody>
          <a:bodyPr anchorCtr="0" anchor="ctr" bIns="45700" lIns="300000" spcFirstLastPara="1" rIns="3000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laptime 시 7-segment 점멸 표시</a:t>
            </a:r>
            <a:endParaRPr/>
          </a:p>
        </p:txBody>
      </p:sp>
      <p:sp>
        <p:nvSpPr>
          <p:cNvPr id="1029" name="Google Shape;1029;p44"/>
          <p:cNvSpPr/>
          <p:nvPr/>
        </p:nvSpPr>
        <p:spPr>
          <a:xfrm>
            <a:off x="812800" y="4710000"/>
            <a:ext cx="10426800" cy="12501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2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Google Shape;1030;p44"/>
          <p:cNvSpPr/>
          <p:nvPr/>
        </p:nvSpPr>
        <p:spPr>
          <a:xfrm>
            <a:off x="1142800" y="5035000"/>
            <a:ext cx="600000" cy="600000"/>
          </a:xfrm>
          <a:prstGeom prst="ellipse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sp>
        <p:nvSpPr>
          <p:cNvPr id="1031" name="Google Shape;1031;p44"/>
          <p:cNvSpPr txBox="1"/>
          <p:nvPr/>
        </p:nvSpPr>
        <p:spPr>
          <a:xfrm>
            <a:off x="1917850" y="5142600"/>
            <a:ext cx="3437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 다양성 부족</a:t>
            </a:r>
            <a:endParaRPr/>
          </a:p>
        </p:txBody>
      </p:sp>
      <p:sp>
        <p:nvSpPr>
          <p:cNvPr id="1032" name="Google Shape;1032;p44"/>
          <p:cNvSpPr/>
          <p:nvPr/>
        </p:nvSpPr>
        <p:spPr>
          <a:xfrm>
            <a:off x="5530000" y="5185000"/>
            <a:ext cx="420000" cy="30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A70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44"/>
          <p:cNvSpPr/>
          <p:nvPr/>
        </p:nvSpPr>
        <p:spPr>
          <a:xfrm>
            <a:off x="6150000" y="4860000"/>
            <a:ext cx="4939500" cy="950100"/>
          </a:xfrm>
          <a:prstGeom prst="roundRect">
            <a:avLst>
              <a:gd fmla="val 15000" name="adj"/>
            </a:avLst>
          </a:prstGeom>
          <a:solidFill>
            <a:srgbClr val="E9F1FF"/>
          </a:solidFill>
          <a:ln>
            <a:noFill/>
          </a:ln>
        </p:spPr>
        <p:txBody>
          <a:bodyPr anchorCtr="0" anchor="ctr" bIns="45700" lIns="300000" spcFirstLastPara="1" rIns="3000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타이머 기능 추가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BFF"/>
        </a:solidFill>
      </p:bgPr>
    </p:bg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h7a45c7a5d24c849d_0_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3EBFF"/>
              </a:gs>
              <a:gs pos="100000">
                <a:srgbClr val="F6F9FF"/>
              </a:gs>
            </a:gsLst>
            <a:lin ang="419989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40" name="Google Shape;1040;h7a45c7a5d24c849d_0_8"/>
          <p:cNvSpPr txBox="1"/>
          <p:nvPr/>
        </p:nvSpPr>
        <p:spPr>
          <a:xfrm>
            <a:off x="1596000" y="861020"/>
            <a:ext cx="90000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결론 및 고찰</a:t>
            </a:r>
            <a:endParaRPr sz="3000">
              <a:solidFill>
                <a:srgbClr val="282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41" name="Google Shape;1041;h7a45c7a5d24c849d_0_8"/>
          <p:cNvSpPr txBox="1"/>
          <p:nvPr/>
        </p:nvSpPr>
        <p:spPr>
          <a:xfrm>
            <a:off x="812800" y="1530000"/>
            <a:ext cx="10426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결론</a:t>
            </a: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구현 성과</a:t>
            </a:r>
            <a:endParaRPr/>
          </a:p>
        </p:txBody>
      </p:sp>
      <p:sp>
        <p:nvSpPr>
          <p:cNvPr id="1042" name="Google Shape;1042;h7a45c7a5d24c849d_0_8"/>
          <p:cNvSpPr/>
          <p:nvPr/>
        </p:nvSpPr>
        <p:spPr>
          <a:xfrm>
            <a:off x="812800" y="1910000"/>
            <a:ext cx="3342300" cy="15600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2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h7a45c7a5d24c849d_0_8"/>
          <p:cNvSpPr txBox="1"/>
          <p:nvPr/>
        </p:nvSpPr>
        <p:spPr>
          <a:xfrm>
            <a:off x="1072800" y="2060000"/>
            <a:ext cx="282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/>
          </a:p>
        </p:txBody>
      </p:sp>
      <p:sp>
        <p:nvSpPr>
          <p:cNvPr id="1044" name="Google Shape;1044;h7a45c7a5d24c849d_0_8"/>
          <p:cNvSpPr/>
          <p:nvPr/>
        </p:nvSpPr>
        <p:spPr>
          <a:xfrm>
            <a:off x="1072800" y="2490000"/>
            <a:ext cx="420000" cy="39900"/>
          </a:xfrm>
          <a:prstGeom prst="roundRect">
            <a:avLst>
              <a:gd fmla="val 50000" name="adj"/>
            </a:avLst>
          </a:prstGeom>
          <a:solidFill>
            <a:srgbClr val="3A70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h7a45c7a5d24c849d_0_8"/>
          <p:cNvSpPr txBox="1"/>
          <p:nvPr/>
        </p:nvSpPr>
        <p:spPr>
          <a:xfrm>
            <a:off x="1072800" y="2600000"/>
            <a:ext cx="28224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tick_counter 재사용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watch · stopwatch에서 같은 모듈 사용 → 코드 가독성 증가</a:t>
            </a:r>
            <a:endParaRPr/>
          </a:p>
        </p:txBody>
      </p:sp>
      <p:sp>
        <p:nvSpPr>
          <p:cNvPr id="1046" name="Google Shape;1046;h7a45c7a5d24c849d_0_8"/>
          <p:cNvSpPr/>
          <p:nvPr/>
        </p:nvSpPr>
        <p:spPr>
          <a:xfrm>
            <a:off x="4355066" y="1910000"/>
            <a:ext cx="3342300" cy="15600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2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h7a45c7a5d24c849d_0_8"/>
          <p:cNvSpPr txBox="1"/>
          <p:nvPr/>
        </p:nvSpPr>
        <p:spPr>
          <a:xfrm>
            <a:off x="4615066" y="2060000"/>
            <a:ext cx="282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/>
          </a:p>
        </p:txBody>
      </p:sp>
      <p:sp>
        <p:nvSpPr>
          <p:cNvPr id="1048" name="Google Shape;1048;h7a45c7a5d24c849d_0_8"/>
          <p:cNvSpPr/>
          <p:nvPr/>
        </p:nvSpPr>
        <p:spPr>
          <a:xfrm>
            <a:off x="4615066" y="2490000"/>
            <a:ext cx="420000" cy="39900"/>
          </a:xfrm>
          <a:prstGeom prst="roundRect">
            <a:avLst>
              <a:gd fmla="val 50000" name="adj"/>
            </a:avLst>
          </a:prstGeom>
          <a:solidFill>
            <a:srgbClr val="3A70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h7a45c7a5d24c849d_0_8"/>
          <p:cNvSpPr txBox="1"/>
          <p:nvPr/>
        </p:nvSpPr>
        <p:spPr>
          <a:xfrm>
            <a:off x="4615066" y="2600000"/>
            <a:ext cx="28224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독립적 카운팅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watch와 stopwatch가 서로 영향 없이 각자 카운트</a:t>
            </a:r>
            <a:endParaRPr/>
          </a:p>
        </p:txBody>
      </p:sp>
      <p:sp>
        <p:nvSpPr>
          <p:cNvPr id="1050" name="Google Shape;1050;h7a45c7a5d24c849d_0_8"/>
          <p:cNvSpPr/>
          <p:nvPr/>
        </p:nvSpPr>
        <p:spPr>
          <a:xfrm>
            <a:off x="7897332" y="1910000"/>
            <a:ext cx="3342300" cy="15600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2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h7a45c7a5d24c849d_0_8"/>
          <p:cNvSpPr txBox="1"/>
          <p:nvPr/>
        </p:nvSpPr>
        <p:spPr>
          <a:xfrm>
            <a:off x="8157332" y="2060000"/>
            <a:ext cx="282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/>
          </a:p>
        </p:txBody>
      </p:sp>
      <p:sp>
        <p:nvSpPr>
          <p:cNvPr id="1052" name="Google Shape;1052;h7a45c7a5d24c849d_0_8"/>
          <p:cNvSpPr/>
          <p:nvPr/>
        </p:nvSpPr>
        <p:spPr>
          <a:xfrm>
            <a:off x="8157332" y="2490000"/>
            <a:ext cx="420000" cy="39900"/>
          </a:xfrm>
          <a:prstGeom prst="roundRect">
            <a:avLst>
              <a:gd fmla="val 50000" name="adj"/>
            </a:avLst>
          </a:prstGeom>
          <a:solidFill>
            <a:srgbClr val="3A70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h7a45c7a5d24c849d_0_8"/>
          <p:cNvSpPr txBox="1"/>
          <p:nvPr/>
        </p:nvSpPr>
        <p:spPr>
          <a:xfrm>
            <a:off x="8157332" y="2600000"/>
            <a:ext cx="28224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부가 기능 설계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랩타임 · 시간 수정 · 수정 커서 깜빡임</a:t>
            </a:r>
            <a:endParaRPr/>
          </a:p>
        </p:txBody>
      </p:sp>
      <p:sp>
        <p:nvSpPr>
          <p:cNvPr id="1054" name="Google Shape;1054;h7a45c7a5d24c849d_0_8"/>
          <p:cNvSpPr txBox="1"/>
          <p:nvPr/>
        </p:nvSpPr>
        <p:spPr>
          <a:xfrm>
            <a:off x="812800" y="3730000"/>
            <a:ext cx="10426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고찰</a:t>
            </a:r>
            <a:r>
              <a:rPr b="0" i="0" lang="en-US" sz="120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배운 점 · 개선할 점</a:t>
            </a:r>
            <a:endParaRPr/>
          </a:p>
        </p:txBody>
      </p:sp>
      <p:sp>
        <p:nvSpPr>
          <p:cNvPr id="1055" name="Google Shape;1055;h7a45c7a5d24c849d_0_8"/>
          <p:cNvSpPr/>
          <p:nvPr/>
        </p:nvSpPr>
        <p:spPr>
          <a:xfrm>
            <a:off x="812800" y="4110000"/>
            <a:ext cx="5113500" cy="9999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2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h7a45c7a5d24c849d_0_8"/>
          <p:cNvSpPr/>
          <p:nvPr/>
        </p:nvSpPr>
        <p:spPr>
          <a:xfrm>
            <a:off x="1072800" y="4330000"/>
            <a:ext cx="560100" cy="560100"/>
          </a:xfrm>
          <a:prstGeom prst="ellipse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/>
          </a:p>
        </p:txBody>
      </p:sp>
      <p:sp>
        <p:nvSpPr>
          <p:cNvPr id="1057" name="Google Shape;1057;h7a45c7a5d24c849d_0_8"/>
          <p:cNvSpPr txBox="1"/>
          <p:nvPr/>
        </p:nvSpPr>
        <p:spPr>
          <a:xfrm>
            <a:off x="1812800" y="4290000"/>
            <a:ext cx="39135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 흐름 정리 → 모듈 분리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상태 판단과 데이터 연산을 서로 다른 모듈로 분리</a:t>
            </a:r>
            <a:endParaRPr/>
          </a:p>
        </p:txBody>
      </p:sp>
      <p:sp>
        <p:nvSpPr>
          <p:cNvPr id="1058" name="Google Shape;1058;h7a45c7a5d24c849d_0_8"/>
          <p:cNvSpPr/>
          <p:nvPr/>
        </p:nvSpPr>
        <p:spPr>
          <a:xfrm>
            <a:off x="6126200" y="4110000"/>
            <a:ext cx="5113500" cy="9999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2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h7a45c7a5d24c849d_0_8"/>
          <p:cNvSpPr/>
          <p:nvPr/>
        </p:nvSpPr>
        <p:spPr>
          <a:xfrm>
            <a:off x="6386200" y="4330000"/>
            <a:ext cx="560100" cy="560100"/>
          </a:xfrm>
          <a:prstGeom prst="ellipse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/>
          </a:p>
        </p:txBody>
      </p:sp>
      <p:sp>
        <p:nvSpPr>
          <p:cNvPr id="1060" name="Google Shape;1060;h7a45c7a5d24c849d_0_8"/>
          <p:cNvSpPr txBox="1"/>
          <p:nvPr/>
        </p:nvSpPr>
        <p:spPr>
          <a:xfrm>
            <a:off x="7126200" y="4290000"/>
            <a:ext cx="39135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모듈 연결 시 합의 필요 / </a:t>
            </a:r>
            <a:r>
              <a:rPr b="1" lang="en-US" sz="16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문서화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각자 설계한 모듈의 신호 의미 · 상태 조건 · 우선순위</a:t>
            </a:r>
            <a:endParaRPr/>
          </a:p>
        </p:txBody>
      </p:sp>
      <p:sp>
        <p:nvSpPr>
          <p:cNvPr id="1061" name="Google Shape;1061;h7a45c7a5d24c849d_0_8"/>
          <p:cNvSpPr/>
          <p:nvPr/>
        </p:nvSpPr>
        <p:spPr>
          <a:xfrm>
            <a:off x="812800" y="5310000"/>
            <a:ext cx="5113500" cy="9999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2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h7a45c7a5d24c849d_0_8"/>
          <p:cNvSpPr/>
          <p:nvPr/>
        </p:nvSpPr>
        <p:spPr>
          <a:xfrm>
            <a:off x="1072800" y="5530000"/>
            <a:ext cx="560100" cy="560100"/>
          </a:xfrm>
          <a:prstGeom prst="ellipse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sp>
        <p:nvSpPr>
          <p:cNvPr id="1063" name="Google Shape;1063;h7a45c7a5d24c849d_0_8"/>
          <p:cNvSpPr txBox="1"/>
          <p:nvPr/>
        </p:nvSpPr>
        <p:spPr>
          <a:xfrm>
            <a:off x="1812800" y="5490000"/>
            <a:ext cx="39135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검증 시나리오 확장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정상 동작뿐 아니라 다양한 시나리오를 검증할 아이디어 필요</a:t>
            </a:r>
            <a:endParaRPr/>
          </a:p>
        </p:txBody>
      </p:sp>
      <p:sp>
        <p:nvSpPr>
          <p:cNvPr id="1064" name="Google Shape;1064;h7a45c7a5d24c849d_0_8"/>
          <p:cNvSpPr/>
          <p:nvPr/>
        </p:nvSpPr>
        <p:spPr>
          <a:xfrm>
            <a:off x="6126200" y="5310000"/>
            <a:ext cx="5113500" cy="9999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2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h7a45c7a5d24c849d_0_8"/>
          <p:cNvSpPr/>
          <p:nvPr/>
        </p:nvSpPr>
        <p:spPr>
          <a:xfrm>
            <a:off x="6386200" y="5530000"/>
            <a:ext cx="560100" cy="560100"/>
          </a:xfrm>
          <a:prstGeom prst="ellipse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/>
          </a:p>
        </p:txBody>
      </p:sp>
      <p:sp>
        <p:nvSpPr>
          <p:cNvPr id="1066" name="Google Shape;1066;h7a45c7a5d24c849d_0_8"/>
          <p:cNvSpPr txBox="1"/>
          <p:nvPr/>
        </p:nvSpPr>
        <p:spPr>
          <a:xfrm>
            <a:off x="7126200" y="5490000"/>
            <a:ext cx="39135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시간 분배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설계 목표에 따른 일정 · 시간 분배 필요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BFF"/>
        </a:solidFill>
      </p:bgPr>
    </p:bg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4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3EBFF"/>
              </a:gs>
              <a:gs pos="100000">
                <a:srgbClr val="F6F9FF"/>
              </a:gs>
            </a:gsLst>
            <a:lin ang="4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3" name="Google Shape;1073;p46"/>
          <p:cNvSpPr/>
          <p:nvPr/>
        </p:nvSpPr>
        <p:spPr>
          <a:xfrm>
            <a:off x="609600" y="609600"/>
            <a:ext cx="10972800" cy="4950520"/>
          </a:xfrm>
          <a:prstGeom prst="roundRect">
            <a:avLst>
              <a:gd fmla="val 3078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4" name="Google Shape;1074;p46"/>
          <p:cNvSpPr/>
          <p:nvPr/>
        </p:nvSpPr>
        <p:spPr>
          <a:xfrm>
            <a:off x="1219200" y="2407940"/>
            <a:ext cx="6069584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3A70FC"/>
                </a:solidFill>
                <a:latin typeface="Malgun Gothic"/>
                <a:ea typeface="Malgun Gothic"/>
                <a:cs typeface="Malgun Gothic"/>
                <a:sym typeface="Malgun Gothic"/>
              </a:rPr>
              <a:t>THANK YOU</a:t>
            </a:r>
            <a:endParaRPr b="0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5" name="Google Shape;1075;p46"/>
          <p:cNvSpPr txBox="1"/>
          <p:nvPr>
            <p:ph type="title"/>
          </p:nvPr>
        </p:nvSpPr>
        <p:spPr>
          <a:xfrm>
            <a:off x="1219200" y="2870200"/>
            <a:ext cx="6069584" cy="9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6000"/>
              <a:buFont typeface="Malgun Gothic"/>
              <a:buNone/>
            </a:pPr>
            <a:r>
              <a:rPr b="1" i="0" lang="en-US" sz="6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감사합니다</a:t>
            </a:r>
            <a:endParaRPr sz="6000"/>
          </a:p>
        </p:txBody>
      </p:sp>
      <p:sp>
        <p:nvSpPr>
          <p:cNvPr id="1076" name="Google Shape;1076;p46"/>
          <p:cNvSpPr/>
          <p:nvPr/>
        </p:nvSpPr>
        <p:spPr>
          <a:xfrm>
            <a:off x="1219200" y="3886200"/>
            <a:ext cx="6069584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B0B0B0"/>
                </a:solidFill>
                <a:latin typeface="Malgun Gothic"/>
                <a:ea typeface="Malgun Gothic"/>
                <a:cs typeface="Malgun Gothic"/>
                <a:sym typeface="Malgun Gothic"/>
              </a:rPr>
              <a:t>질의응답 · Q&amp;A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겹쳐진 파란 판 세 장" id="1077" name="Google Shape;107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16800" y="1624310"/>
            <a:ext cx="3556000" cy="292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시계·스톱워치 결과 보고서">
  <a:themeElements>
    <a:clrScheme name="시계·스톱워치 결과 보고서">
      <a:dk1>
        <a:srgbClr val="141413"/>
      </a:dk1>
      <a:lt1>
        <a:srgbClr val="E3EBFF"/>
      </a:lt1>
      <a:dk2>
        <a:srgbClr val="484A4E"/>
      </a:dk2>
      <a:lt2>
        <a:srgbClr val="CED6E7"/>
      </a:lt2>
      <a:accent1>
        <a:srgbClr val="3A70FC"/>
      </a:accent1>
      <a:accent2>
        <a:srgbClr val="8BB5FE"/>
      </a:accent2>
      <a:accent3>
        <a:srgbClr val="E8590C"/>
      </a:accent3>
      <a:accent4>
        <a:srgbClr val="6E97FF"/>
      </a:accent4>
      <a:accent5>
        <a:srgbClr val="B0B0B0"/>
      </a:accent5>
      <a:accent6>
        <a:srgbClr val="8C8C8C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시계·스톱워치 결과 보고서">
  <a:themeElements>
    <a:clrScheme name="시계·스톱워치 결과 보고서">
      <a:dk1>
        <a:srgbClr val="141413"/>
      </a:dk1>
      <a:lt1>
        <a:srgbClr val="E3EBFF"/>
      </a:lt1>
      <a:dk2>
        <a:srgbClr val="484A4E"/>
      </a:dk2>
      <a:lt2>
        <a:srgbClr val="CED6E7"/>
      </a:lt2>
      <a:accent1>
        <a:srgbClr val="3A70FC"/>
      </a:accent1>
      <a:accent2>
        <a:srgbClr val="8BB5FE"/>
      </a:accent2>
      <a:accent3>
        <a:srgbClr val="E8590C"/>
      </a:accent3>
      <a:accent4>
        <a:srgbClr val="6E97FF"/>
      </a:accent4>
      <a:accent5>
        <a:srgbClr val="B0B0B0"/>
      </a:accent5>
      <a:accent6>
        <a:srgbClr val="8C8C8C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2026-10-18T04:23:56Z</dcterms:created>
</cp:coreProperties>
</file>